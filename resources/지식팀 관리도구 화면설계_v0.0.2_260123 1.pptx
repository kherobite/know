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7" r:id="rId2"/>
  </p:sldMasterIdLst>
  <p:notesMasterIdLst>
    <p:notesMasterId r:id="rId53"/>
  </p:notesMasterIdLst>
  <p:sldIdLst>
    <p:sldId id="256" r:id="rId3"/>
    <p:sldId id="331" r:id="rId4"/>
    <p:sldId id="359" r:id="rId5"/>
    <p:sldId id="360" r:id="rId6"/>
    <p:sldId id="361" r:id="rId7"/>
    <p:sldId id="358" r:id="rId8"/>
    <p:sldId id="362" r:id="rId9"/>
    <p:sldId id="392" r:id="rId10"/>
    <p:sldId id="363" r:id="rId11"/>
    <p:sldId id="364" r:id="rId12"/>
    <p:sldId id="384" r:id="rId13"/>
    <p:sldId id="365" r:id="rId14"/>
    <p:sldId id="366" r:id="rId15"/>
    <p:sldId id="367" r:id="rId16"/>
    <p:sldId id="368" r:id="rId17"/>
    <p:sldId id="385" r:id="rId18"/>
    <p:sldId id="369" r:id="rId19"/>
    <p:sldId id="370" r:id="rId20"/>
    <p:sldId id="371" r:id="rId21"/>
    <p:sldId id="372" r:id="rId22"/>
    <p:sldId id="386" r:id="rId23"/>
    <p:sldId id="373" r:id="rId24"/>
    <p:sldId id="375" r:id="rId25"/>
    <p:sldId id="376" r:id="rId26"/>
    <p:sldId id="377" r:id="rId27"/>
    <p:sldId id="374" r:id="rId28"/>
    <p:sldId id="378" r:id="rId29"/>
    <p:sldId id="379" r:id="rId30"/>
    <p:sldId id="380" r:id="rId31"/>
    <p:sldId id="272" r:id="rId32"/>
    <p:sldId id="274" r:id="rId33"/>
    <p:sldId id="275" r:id="rId34"/>
    <p:sldId id="276" r:id="rId35"/>
    <p:sldId id="288" r:id="rId36"/>
    <p:sldId id="278" r:id="rId37"/>
    <p:sldId id="277" r:id="rId38"/>
    <p:sldId id="280" r:id="rId39"/>
    <p:sldId id="282" r:id="rId40"/>
    <p:sldId id="279" r:id="rId41"/>
    <p:sldId id="281" r:id="rId42"/>
    <p:sldId id="284" r:id="rId43"/>
    <p:sldId id="287" r:id="rId44"/>
    <p:sldId id="285" r:id="rId45"/>
    <p:sldId id="286" r:id="rId46"/>
    <p:sldId id="382" r:id="rId47"/>
    <p:sldId id="383" r:id="rId48"/>
    <p:sldId id="387" r:id="rId49"/>
    <p:sldId id="388" r:id="rId50"/>
    <p:sldId id="389" r:id="rId51"/>
    <p:sldId id="390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17078DB-762C-4529-A552-20DD83E32DF4}">
          <p14:sldIdLst>
            <p14:sldId id="256"/>
            <p14:sldId id="331"/>
            <p14:sldId id="359"/>
            <p14:sldId id="360"/>
            <p14:sldId id="361"/>
          </p14:sldIdLst>
        </p14:section>
        <p14:section name="1. 데이터 전처리" id="{69E84D77-00A1-4F07-A521-26E922AC4AED}">
          <p14:sldIdLst/>
        </p14:section>
        <p14:section name="1-1. 질의로그 전처리" id="{C138B11F-8F2A-4E67-A192-E214E6FB1BCD}">
          <p14:sldIdLst>
            <p14:sldId id="358"/>
            <p14:sldId id="362"/>
            <p14:sldId id="392"/>
            <p14:sldId id="363"/>
            <p14:sldId id="364"/>
            <p14:sldId id="384"/>
          </p14:sldIdLst>
        </p14:section>
        <p14:section name="1-2. 상품데이터 전처리" id="{EADEB3F3-2891-4622-ADB2-40C5F52B3DC4}">
          <p14:sldIdLst>
            <p14:sldId id="365"/>
            <p14:sldId id="366"/>
            <p14:sldId id="367"/>
            <p14:sldId id="368"/>
            <p14:sldId id="385"/>
          </p14:sldIdLst>
        </p14:section>
        <p14:section name="1-3. 카테고리랭킹 전처리" id="{02FC2C8A-AECE-4276-A601-D8D0245E8CA1}">
          <p14:sldIdLst>
            <p14:sldId id="369"/>
            <p14:sldId id="370"/>
            <p14:sldId id="371"/>
            <p14:sldId id="372"/>
            <p14:sldId id="386"/>
          </p14:sldIdLst>
        </p14:section>
        <p14:section name="2. 지식작업" id="{8E37D13E-F026-4D02-8182-D9024E6B2D64}">
          <p14:sldIdLst/>
        </p14:section>
        <p14:section name="2-1. 질의로그,상품데이터 지식작업" id="{C92248BA-DCEC-4B2B-BA1E-38F31E3EF872}">
          <p14:sldIdLst>
            <p14:sldId id="373"/>
            <p14:sldId id="375"/>
            <p14:sldId id="376"/>
            <p14:sldId id="377"/>
          </p14:sldIdLst>
        </p14:section>
        <p14:section name="2-2. 카테고리 지식작업" id="{9A3C8FDE-D548-4548-9E8E-559E6F5EB419}">
          <p14:sldIdLst>
            <p14:sldId id="374"/>
            <p14:sldId id="378"/>
            <p14:sldId id="379"/>
            <p14:sldId id="380"/>
          </p14:sldIdLst>
        </p14:section>
        <p14:section name="3.사전관리" id="{6D652792-2FFA-4F57-AB13-061B50AF2692}">
          <p14:sldIdLst>
            <p14:sldId id="272"/>
            <p14:sldId id="274"/>
            <p14:sldId id="275"/>
            <p14:sldId id="276"/>
            <p14:sldId id="288"/>
            <p14:sldId id="278"/>
            <p14:sldId id="277"/>
            <p14:sldId id="280"/>
            <p14:sldId id="282"/>
            <p14:sldId id="279"/>
            <p14:sldId id="281"/>
            <p14:sldId id="284"/>
            <p14:sldId id="287"/>
            <p14:sldId id="285"/>
            <p14:sldId id="286"/>
          </p14:sldIdLst>
        </p14:section>
        <p14:section name="4. 데이터업로드" id="{0AB6C75D-51DE-42EE-8E2A-86138261BC4E}">
          <p14:sldIdLst>
            <p14:sldId id="382"/>
            <p14:sldId id="383"/>
            <p14:sldId id="387"/>
          </p14:sldIdLst>
        </p14:section>
        <p14:section name="5. 시스템관리" id="{BAFB5AF3-0173-47D3-B1AA-8D9AAE4A7202}">
          <p14:sldIdLst>
            <p14:sldId id="388"/>
            <p14:sldId id="389"/>
          </p14:sldIdLst>
        </p14:section>
        <p14:section name="6. 통계" id="{2EF8310F-32BD-4EE0-9A4E-D643B2D508E4}">
          <p14:sldIdLst>
            <p14:sldId id="3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B4B8CA"/>
    <a:srgbClr val="A3A8BE"/>
    <a:srgbClr val="EDEDED"/>
    <a:srgbClr val="FFFFFE"/>
    <a:srgbClr val="E3E7EA"/>
    <a:srgbClr val="1D28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CF8D9-2398-4C7D-9478-0C4BBCAE0BC1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DE0F2-0EBE-4389-9058-0B51ACE89F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969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095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6B1A6-5026-D054-A7EB-620085D1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CFF6D6-8678-99A0-3C7D-1FDF9AA85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27B700-3FEA-8CCA-A447-97D95A8F8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C91A90-9902-7B90-64FD-C086FE176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544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775C7-2362-22E4-4CA3-3C5DA64CB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01A4FF-F3E6-9FCD-B9BB-3ADB68EBA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88CF6B-9BC2-07D9-69A8-D1D872188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C1E3E-A7F3-001B-9361-72DCCF702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40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6EDC7-2F41-B56D-BC20-7628B3D96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FCAB97-F14F-1C73-EA4F-909C0B22A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E2FB15-59F2-10DB-387A-3F34D5C3E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AF9D67-356D-23E9-0A5C-92DDD8633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544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9BDF-F648-0F05-BA50-7F1F67BB9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09697D-2D30-C9AC-FAFB-02BC9D872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BACE8-7F7A-CF37-C6B0-3ACDFFF7C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46D6F1-322C-72A6-D549-C059769E6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4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7633-7AE3-2A88-D089-68CE4579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626E58-E4D9-04A8-AAEB-5BFE87329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2B6029-6674-A008-2CE3-D4D59761D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847AFB-E85E-F9C7-BB53-4CEB33D65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363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6B1F-435C-728C-3C46-0C612644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316843-B8F7-D48A-BF23-DAEE18375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9C93AC-8B8B-14A7-481D-3ECE8F7A8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FADA18-3F9A-D2D2-4A90-213B27746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067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6099-8E81-987C-630C-94241BDE4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09480C-6CBF-BE83-9D51-428E0E189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1A3C35-4F83-BFBE-B841-D205C6EC4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4965A5-9801-9C9A-1E7D-4D3067DF2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206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17D46-78AA-9A51-85E2-984FC23D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CA416D-1B1E-4A08-1F40-889AA5A9C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279ADD-A7EE-050E-3B61-F73DF471A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FEB68-2279-3AEF-C371-B5ACC4447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076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2934-B1CA-ABE4-5902-216F2EC3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2E2394-B01B-EB33-CD4D-0F299F30C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0D2D76-C25B-387E-A703-727BB8E64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15D715-AE24-0AF2-380A-0D1640BA9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434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D58B9-9FED-9DE6-C089-B3655546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7301D8-4A7D-2106-0AA6-6DE6CABAA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C8933A-13C3-F7AC-F708-F5E2D3B4E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920D41-E5EB-9688-EE78-D12CB7E56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407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E727F-ACEB-88F7-FFC9-42DA63D5F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62DA8D-1735-416B-4DF6-C5B7C4C0E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84802A-4AE9-E06C-CC17-703A691B2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2F016B-B173-9432-FCD9-26FA9C9B9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192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049C-F9AB-4237-DC00-C6ADB4263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3DDF09-66CC-9027-CFFF-4D7DEC66D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AC358D-BF35-E26E-FB8A-A11F1F98F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069BF1-81DE-126A-EC95-C28722EF7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689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BF19-B080-9347-13D8-953BFB42C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B895DA-4619-9FE1-9C45-3408C94C0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6A4FCD-0761-9B39-2DCF-BBBCA1843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728735-4ABF-E408-34AB-09B76D236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209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EDF43-E47B-BA86-9212-43919CF8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3F2C6E-BB2D-2A49-2905-77027C394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9C1EF6-995D-3C6A-48A9-C340509D0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570D23-D80B-F86D-5667-8C54AC774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881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CDCB-9FF1-C199-AC91-6CC38CF5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87F873-5386-540B-5D5D-E1779C529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ED3F9B-E327-AFF7-AD1F-675646301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77456B-B1C9-E2A2-2058-6B558FE09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179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064A7-E99E-A788-B738-82F232CE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07F71-7800-B54C-772E-4C1470D72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1256E6-C342-D77F-725E-DC53DF2D7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47CD3D-3907-9B23-30BF-06135876D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8633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E1DAF-0708-56CC-B020-4DB3B04F1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67E4C3-99F3-A9E2-FB5F-BCF559CB3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D5E4ED-B5C2-EC08-8C10-C26F90047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E065C-0B82-72A6-0FAC-6182519C0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828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C92B6-954C-7060-C95B-4A3A238B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FA1964-7B7A-8AEC-5587-4BE214958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142197-B45C-00EE-4988-AEC22511F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72C31-CAD1-E46A-E7D6-9E533C9AA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703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9837-745C-470C-41CE-BA5980E2C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D7DBE4-2A1E-24C9-ECE1-C440B48BE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BDCA07-A5FB-B70E-146D-03F8C3ADC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167AF3-9E44-2CA2-F45E-38FDE778E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150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01C14-932A-B6B4-CAD6-2148BAD9D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8F22FF-8846-D97B-25E3-4D442AB2D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49BC61-E879-9B18-4C06-B18D09E3A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0F798A-1485-D790-6275-4D6A1FB3E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427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60876-B86B-E671-ABB5-43ECE137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17AEEA-EC98-6E3B-8DB4-FC57B2CF3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ABF5EB-D137-5616-4FEE-3704B439B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DAD07-674A-5E2C-AB6B-9A1972EA3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9573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10F6B-E4DC-304F-7FDE-CCAEBBC9C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BF4068-2C26-49B9-CA96-8A56BCC50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D3375E-30D9-BB81-FAA4-84293B5B1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B37B6-3351-B3B2-ADBF-1684F0E8C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406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1A7B0-D8D2-F474-8576-17972530A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556003-F36C-9205-FBDF-463CC073F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52B267-2BF0-0F22-B5F5-7CE1AD9B9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957DE8-A021-9CB3-32AE-3D49F04EC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6244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91A9B-88E0-61CC-C957-DFA13B5F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1006F7-05D5-854C-4622-62313EB82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2CD3E0-C57D-6AC5-C8F8-DB2B560BC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D51216-DAD6-2859-3959-D04159006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6441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990EB-F9C5-C61B-7C6F-7ACE61B0E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31D13A-6331-2527-E993-E2D5049A1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1B3567-2310-47CE-DC0B-E343E6632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39436C-FF4D-0780-07E2-0F4D9D41A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439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C7E54-F403-0A5F-46A0-03108731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406820-66E2-981E-B593-FE7C283FF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83F24E-C92B-27F4-5151-0A0E6877A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9B3D54-823D-7EF6-0137-8123DF599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9699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D5989-63D1-CA74-2648-49C82D692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2FE3F-393A-0C74-B0FC-456A864C1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D15A94-920A-F419-1F4F-A668C03DD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DEB38D-640D-8AA5-2C7B-F3872D898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8706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1EBF-939A-84D5-98EF-8A9A63AC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C93B0-A53C-34F7-DC34-3126DD0C9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834DA-D7EF-6DD8-9429-B3D3D291D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9EC4D-C047-4305-FCAE-3A999F650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022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A8655-7FB3-4A52-632D-41616B68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4BB99-D03B-5E62-29CF-2D87999DF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E0FA0-1FB7-481F-5A7A-FB3D9C3FB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1C793-B5AE-533C-5AA2-C6267B3D8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724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19A61-4568-2E07-40AB-1BB86048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9C6E2-83A5-8E4E-C9D8-2E9D9534D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40F1F-BD1B-6C00-5E2A-7B229446D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4E32D-331B-C7B4-58BF-3E5BC4BD2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953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1E39-0ED3-9206-32E0-EDCCE4DC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12E56-0DFA-0B9B-D9CB-853332CD9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8E92C-012F-C818-4347-B55B6156A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4F23A-E05E-F548-E5C5-3BFCF1AE7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662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E4B52-40BF-3550-A877-01AEA55E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15F92-1227-F8C5-E07D-9108CD647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075F9-98EC-9104-96A5-AFDEF5947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EBD05-9CD0-BDAC-461A-B689E65211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136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D31E-8301-2629-729C-79C77AB9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BD03C-1A93-2D9D-C517-6B3970D9A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21771-8431-9FDA-26AE-944AA4FEB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C3F1B-61E8-2437-4B38-CBCB110BD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108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7CD63-6ACB-407C-03E5-EA033627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8A64E-1345-C0D8-9B4A-4C01DF9F4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6853C-4CF7-3D34-CC29-8ABB977F2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920C5-2052-908B-456F-BEC636F02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8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80C9A-4AC3-32B6-4242-F0EAED81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1E6F1-610A-B8F2-C5DE-40367B6B0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997AA-AC28-DA5D-85B3-0F554B4D6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47282-4D3C-0356-6824-8ED0286D27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864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C7A12-BB21-81FA-5B8A-90788FFA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0548A-6BCC-D03A-310E-3E5C3CA3E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75946-C507-C537-E9BE-9CEEF1611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829AE-2555-EC61-BF10-19776A04E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185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ED6B-B001-04D5-4ECB-4AEAED7E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A5286-1C7D-01B3-723C-2818590E9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C57CA-2CD9-C947-5EDD-A6A6DA453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52EA5-A0E5-ACF6-746C-32B6B7BA1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852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1087-00EA-0B06-CA91-B9CDC1A97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8C7E0-CFBD-649F-008C-CED267E79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31F02-FB0A-F56E-E831-33873A426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8B867-2719-300F-98F1-45289A89F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490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42D16-53C2-9781-7224-6C382C5D4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E82CE-2B58-F5E7-8263-31B8A7459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77C6D-4AB3-FC54-3A47-B4442B81D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E2DAC-AD8F-545E-DE37-632992C3D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727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5F0F-06C6-DD98-40F7-7341118D5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E5456-2745-6A6F-5A4E-04CB060B2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F3910-8478-D7F6-690B-4134DA105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CC234-69EA-DFF2-2B97-C2C5BC011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082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7FB77-111E-3F14-A6FA-D6DB4895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4615B-05F2-EE76-377A-00FDBE0A3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ADDE6-C58C-7FF6-6802-9039F4E18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8BB4F-8990-1966-C1B7-EA8A5B9ED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671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B3C4E-8A02-175E-856D-3217996DC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CAFDF-BDFC-1158-4CAD-597FB2029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DE536-CAA8-6B6F-B05D-9311438F5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6FE79-9A28-9429-6044-BB913F548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509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E75D-0A77-E8C6-B4D2-7BF23095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EA583-3E85-FA41-4CC4-1233B9103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7CA737-1C0F-8103-845E-2288C5BD5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B6EC2-5B20-D080-A9FE-65A0E2A96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9185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FB5DF-DE7D-8AC8-7A85-C5253D25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C74D22-2D50-6397-28C8-61A58D923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1A9506-2119-D011-973B-453106C01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9CD9B-2F8A-F600-2E54-782B1DA84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9763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8C368-3462-9210-ACA5-FFCC2D8E9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A2965F-EBF7-B66D-5C34-2B78A6611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AA3E9F-3C05-DA6F-2E12-45C5AFC28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B14219-D328-A2B6-FEA8-2846B46CF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80542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9E46B-6F78-5B07-161A-F03F3D61C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B43DC7-E023-75BC-1E62-BA52DBC94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2A98C2-78D8-5980-0E14-E08979A1F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E23D69-2A3D-5E02-2C95-7C9890300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4976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A95CF-2FB8-9687-EEF9-DDF0BE8F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E548E0-60EF-814D-474B-854F68766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B5981E-7CFC-C7E3-862A-9D3D58A35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AB4FCF-01B5-B518-E3ED-58DBF20C3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4163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1649-F687-9914-093D-B778E2DCE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2394E4-43A7-FF75-9F76-D1D513AE6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744AFE-EC9C-D1F7-D883-D6024A94D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5D836E-E2F1-F116-5D96-3B94E043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C27F-9128-46E3-A2ED-F95E9417769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357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134471" y="348581"/>
            <a:ext cx="11922684" cy="0"/>
          </a:xfrm>
          <a:prstGeom prst="line">
            <a:avLst/>
          </a:prstGeom>
          <a:noFill/>
          <a:ln w="19050">
            <a:solidFill>
              <a:srgbClr val="FF0000">
                <a:alpha val="76077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28"/>
          <p:cNvSpPr txBox="1">
            <a:spLocks noChangeArrowheads="1"/>
          </p:cNvSpPr>
          <p:nvPr userDrawn="1"/>
        </p:nvSpPr>
        <p:spPr bwMode="auto">
          <a:xfrm>
            <a:off x="11634086" y="6476151"/>
            <a:ext cx="369992" cy="223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3988" tIns="41994" rIns="83988" bIns="41994">
            <a:spAutoFit/>
          </a:bodyPr>
          <a:lstStyle>
            <a:lvl1pPr defTabSz="839788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839788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839788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839788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839788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fld id="{BE37BF55-2038-4EB6-B242-05461E52E39E}" type="slidenum">
              <a:rPr kumimoji="0" lang="en-US" altLang="ko-KR" sz="900" smtClean="0">
                <a:solidFill>
                  <a:srgbClr val="000000"/>
                </a:solidFill>
                <a:latin typeface="Verdana" panose="020B0604030504040204" pitchFamily="34" charset="0"/>
              </a:rPr>
              <a:pPr eaLnBrk="1" latinLnBrk="1" hangingPunct="1">
                <a:defRPr/>
              </a:pPr>
              <a:t>‹#›</a:t>
            </a:fld>
            <a:endParaRPr kumimoji="0" lang="en-US" altLang="ko-KR" sz="9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260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스크린 정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8"/>
          <p:cNvSpPr txBox="1">
            <a:spLocks noChangeArrowheads="1"/>
          </p:cNvSpPr>
          <p:nvPr userDrawn="1"/>
        </p:nvSpPr>
        <p:spPr bwMode="auto">
          <a:xfrm>
            <a:off x="11634086" y="6476151"/>
            <a:ext cx="369992" cy="223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3988" tIns="41994" rIns="83988" bIns="41994">
            <a:spAutoFit/>
          </a:bodyPr>
          <a:lstStyle>
            <a:lvl1pPr defTabSz="839788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839788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839788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839788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839788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fld id="{BE37BF55-2038-4EB6-B242-05461E52E39E}" type="slidenum">
              <a:rPr kumimoji="0" lang="en-US" altLang="ko-KR" sz="900" smtClean="0">
                <a:solidFill>
                  <a:srgbClr val="000000"/>
                </a:solidFill>
                <a:latin typeface="Verdana" panose="020B0604030504040204" pitchFamily="34" charset="0"/>
              </a:rPr>
              <a:pPr eaLnBrk="1" latinLnBrk="1" hangingPunct="1">
                <a:defRPr/>
              </a:pPr>
              <a:t>‹#›</a:t>
            </a:fld>
            <a:endParaRPr kumimoji="0" lang="en-US" altLang="ko-KR" sz="9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9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스크린 레이아웃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4"/>
          <p:cNvSpPr/>
          <p:nvPr userDrawn="1"/>
        </p:nvSpPr>
        <p:spPr>
          <a:xfrm>
            <a:off x="1359673" y="1200150"/>
            <a:ext cx="2437878" cy="434340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4"/>
          <p:cNvSpPr/>
          <p:nvPr userDrawn="1"/>
        </p:nvSpPr>
        <p:spPr>
          <a:xfrm>
            <a:off x="4874398" y="1200150"/>
            <a:ext cx="2437878" cy="434340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00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플로우 레이아웃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4"/>
          <p:cNvSpPr/>
          <p:nvPr userDrawn="1"/>
        </p:nvSpPr>
        <p:spPr>
          <a:xfrm>
            <a:off x="682948" y="143963"/>
            <a:ext cx="1752798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9" name="직사각형 4"/>
          <p:cNvSpPr/>
          <p:nvPr userDrawn="1"/>
        </p:nvSpPr>
        <p:spPr>
          <a:xfrm>
            <a:off x="682948" y="3560492"/>
            <a:ext cx="1752798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0" name="직사각형 4"/>
          <p:cNvSpPr/>
          <p:nvPr userDrawn="1"/>
        </p:nvSpPr>
        <p:spPr>
          <a:xfrm>
            <a:off x="2939033" y="143963"/>
            <a:ext cx="1752798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1" name="직사각형 4"/>
          <p:cNvSpPr/>
          <p:nvPr userDrawn="1"/>
        </p:nvSpPr>
        <p:spPr>
          <a:xfrm>
            <a:off x="2939033" y="3560492"/>
            <a:ext cx="1752798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2" name="직사각형 4"/>
          <p:cNvSpPr/>
          <p:nvPr userDrawn="1"/>
        </p:nvSpPr>
        <p:spPr>
          <a:xfrm>
            <a:off x="5195118" y="143963"/>
            <a:ext cx="1752798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" name="직사각형 4"/>
          <p:cNvSpPr/>
          <p:nvPr userDrawn="1"/>
        </p:nvSpPr>
        <p:spPr>
          <a:xfrm>
            <a:off x="5195118" y="3560492"/>
            <a:ext cx="1752798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" name="직사각형 4"/>
          <p:cNvSpPr/>
          <p:nvPr userDrawn="1"/>
        </p:nvSpPr>
        <p:spPr>
          <a:xfrm>
            <a:off x="7451203" y="3560492"/>
            <a:ext cx="1752798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7" name="직사각형 4"/>
          <p:cNvSpPr/>
          <p:nvPr userDrawn="1"/>
        </p:nvSpPr>
        <p:spPr>
          <a:xfrm>
            <a:off x="-9525" y="143963"/>
            <a:ext cx="189186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" name="직사각형 4"/>
          <p:cNvSpPr/>
          <p:nvPr userDrawn="1"/>
        </p:nvSpPr>
        <p:spPr>
          <a:xfrm>
            <a:off x="7452156" y="143963"/>
            <a:ext cx="1752798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0" name="직사각형 4"/>
          <p:cNvSpPr/>
          <p:nvPr userDrawn="1"/>
        </p:nvSpPr>
        <p:spPr>
          <a:xfrm>
            <a:off x="9708241" y="143963"/>
            <a:ext cx="1752798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1" name="직사각형 4"/>
          <p:cNvSpPr/>
          <p:nvPr userDrawn="1"/>
        </p:nvSpPr>
        <p:spPr>
          <a:xfrm>
            <a:off x="9708241" y="3560492"/>
            <a:ext cx="1752798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2" name="직사각형 4"/>
          <p:cNvSpPr/>
          <p:nvPr userDrawn="1"/>
        </p:nvSpPr>
        <p:spPr>
          <a:xfrm>
            <a:off x="12006989" y="3560492"/>
            <a:ext cx="189186" cy="312284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10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플로우 레이아웃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4"/>
          <p:cNvSpPr/>
          <p:nvPr userDrawn="1"/>
        </p:nvSpPr>
        <p:spPr>
          <a:xfrm>
            <a:off x="273823" y="1200150"/>
            <a:ext cx="2437878" cy="434340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1" name="직사각형 4"/>
          <p:cNvSpPr/>
          <p:nvPr userDrawn="1"/>
        </p:nvSpPr>
        <p:spPr>
          <a:xfrm>
            <a:off x="3332323" y="1209675"/>
            <a:ext cx="2437878" cy="434340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" name="직사각형 4"/>
          <p:cNvSpPr/>
          <p:nvPr userDrawn="1"/>
        </p:nvSpPr>
        <p:spPr>
          <a:xfrm>
            <a:off x="6390823" y="1209675"/>
            <a:ext cx="2437878" cy="434340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5" name="직사각형 4"/>
          <p:cNvSpPr/>
          <p:nvPr userDrawn="1"/>
        </p:nvSpPr>
        <p:spPr>
          <a:xfrm>
            <a:off x="9449322" y="1209675"/>
            <a:ext cx="2437878" cy="4343400"/>
          </a:xfrm>
          <a:prstGeom prst="rect">
            <a:avLst/>
          </a:prstGeom>
          <a:noFill/>
          <a:ln w="317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lIns="91434" tIns="45717" rIns="91434" bIns="45717" rtlCol="0" anchor="ctr"/>
          <a:lstStyle/>
          <a:p>
            <a:pPr marL="0" marR="0" lvl="0" indent="0" algn="ctr" defTabSz="103021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06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>
            <a:extLst>
              <a:ext uri="{FF2B5EF4-FFF2-40B4-BE49-F238E27FC236}">
                <a16:creationId xmlns:a16="http://schemas.microsoft.com/office/drawing/2014/main" id="{559568A1-CDC6-4B07-A8AA-9DB4EB4BC67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74677" y="6496066"/>
            <a:ext cx="124460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fld id="{C83172A6-1AFE-4891-A7B6-D9CB3E77B365}" type="slidenum"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08155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111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D1F4C6A-94CA-41E0-9006-2994BEF29DE7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160934" y="-2160"/>
          <a:ext cx="3031065" cy="2570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7926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46529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74579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99242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11203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7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08678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8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18402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9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85194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10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68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131153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B6869DA7-2016-490E-B98E-F9AFA06616BF}"/>
              </a:ext>
            </a:extLst>
          </p:cNvPr>
          <p:cNvSpPr/>
          <p:nvPr userDrawn="1"/>
        </p:nvSpPr>
        <p:spPr>
          <a:xfrm>
            <a:off x="670593" y="565425"/>
            <a:ext cx="3219912" cy="572715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DFD5EA-2ED3-4329-B63D-D67B38A31EED}"/>
              </a:ext>
            </a:extLst>
          </p:cNvPr>
          <p:cNvSpPr/>
          <p:nvPr userDrawn="1"/>
        </p:nvSpPr>
        <p:spPr>
          <a:xfrm>
            <a:off x="670593" y="565425"/>
            <a:ext cx="3219912" cy="331722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j-lt"/>
              </a:rPr>
              <a:t>공통 </a:t>
            </a:r>
            <a:r>
              <a:rPr lang="en-US" altLang="ko-KR" sz="800" dirty="0">
                <a:solidFill>
                  <a:schemeClr val="bg1"/>
                </a:solidFill>
                <a:latin typeface="+mj-lt"/>
              </a:rPr>
              <a:t>GNB</a:t>
            </a:r>
            <a:endParaRPr lang="ko-KR" altLang="en-US" sz="8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1FCC09F-BEA2-4547-AADF-85F1805D7850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8624" y="4650"/>
          <a:ext cx="9152308" cy="425452"/>
        </p:xfrm>
        <a:graphic>
          <a:graphicData uri="http://schemas.openxmlformats.org/drawingml/2006/table">
            <a:tbl>
              <a:tblPr/>
              <a:tblGrid>
                <a:gridCol w="67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9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408">
                  <a:extLst>
                    <a:ext uri="{9D8B030D-6E8A-4147-A177-3AD203B41FA5}">
                      <a16:colId xmlns:a16="http://schemas.microsoft.com/office/drawing/2014/main" val="1253900670"/>
                    </a:ext>
                  </a:extLst>
                </a:gridCol>
                <a:gridCol w="2487752">
                  <a:extLst>
                    <a:ext uri="{9D8B030D-6E8A-4147-A177-3AD203B41FA5}">
                      <a16:colId xmlns:a16="http://schemas.microsoft.com/office/drawing/2014/main" val="174127622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 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화면유형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527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137DE31-42DC-46D6-9578-099A44E9C39A}"/>
              </a:ext>
            </a:extLst>
          </p:cNvPr>
          <p:cNvSpPr/>
          <p:nvPr userDrawn="1"/>
        </p:nvSpPr>
        <p:spPr>
          <a:xfrm>
            <a:off x="670593" y="565425"/>
            <a:ext cx="3219912" cy="572715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9DFD5EA-2ED3-4329-B63D-D67B38A31EED}"/>
              </a:ext>
            </a:extLst>
          </p:cNvPr>
          <p:cNvSpPr/>
          <p:nvPr userDrawn="1"/>
        </p:nvSpPr>
        <p:spPr>
          <a:xfrm>
            <a:off x="670593" y="565425"/>
            <a:ext cx="3219912" cy="236832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j-lt"/>
              </a:rPr>
              <a:t>위에서 계속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D409FA-CAAC-4FD8-B302-58E44FA426D4}"/>
              </a:ext>
            </a:extLst>
          </p:cNvPr>
          <p:cNvSpPr/>
          <p:nvPr userDrawn="1"/>
        </p:nvSpPr>
        <p:spPr>
          <a:xfrm>
            <a:off x="670593" y="6055743"/>
            <a:ext cx="3219912" cy="236832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j-lt"/>
              </a:rPr>
              <a:t>다음에서 계속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A6CBF9-D891-4B45-A301-85BEF8494C9B}"/>
              </a:ext>
            </a:extLst>
          </p:cNvPr>
          <p:cNvSpPr/>
          <p:nvPr userDrawn="1"/>
        </p:nvSpPr>
        <p:spPr>
          <a:xfrm>
            <a:off x="670593" y="565425"/>
            <a:ext cx="3219912" cy="572715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347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9DFD5EA-2ED3-4329-B63D-D67B38A31EED}"/>
              </a:ext>
            </a:extLst>
          </p:cNvPr>
          <p:cNvSpPr/>
          <p:nvPr userDrawn="1"/>
        </p:nvSpPr>
        <p:spPr>
          <a:xfrm>
            <a:off x="670593" y="565425"/>
            <a:ext cx="3219912" cy="236832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j-lt"/>
              </a:rPr>
              <a:t>위에서 계속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D409FA-CAAC-4FD8-B302-58E44FA426D4}"/>
              </a:ext>
            </a:extLst>
          </p:cNvPr>
          <p:cNvSpPr/>
          <p:nvPr userDrawn="1"/>
        </p:nvSpPr>
        <p:spPr>
          <a:xfrm>
            <a:off x="670593" y="6055743"/>
            <a:ext cx="3219912" cy="236832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j-lt"/>
              </a:rPr>
              <a:t>FOOTER AREA</a:t>
            </a:r>
            <a:endParaRPr lang="ko-KR" alt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A6CBF9-D891-4B45-A301-85BEF8494C9B}"/>
              </a:ext>
            </a:extLst>
          </p:cNvPr>
          <p:cNvSpPr/>
          <p:nvPr userDrawn="1"/>
        </p:nvSpPr>
        <p:spPr>
          <a:xfrm>
            <a:off x="670593" y="565425"/>
            <a:ext cx="3219912" cy="572715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167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9B1DE1A-A06B-4B0E-8101-2C061A4E67D5}"/>
              </a:ext>
            </a:extLst>
          </p:cNvPr>
          <p:cNvSpPr/>
          <p:nvPr userDrawn="1"/>
        </p:nvSpPr>
        <p:spPr>
          <a:xfrm>
            <a:off x="670593" y="565425"/>
            <a:ext cx="3219912" cy="572715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7CB37-D14C-4749-8186-C47B92A47016}"/>
              </a:ext>
            </a:extLst>
          </p:cNvPr>
          <p:cNvSpPr/>
          <p:nvPr userDrawn="1"/>
        </p:nvSpPr>
        <p:spPr>
          <a:xfrm>
            <a:off x="4595611" y="565425"/>
            <a:ext cx="3219912" cy="572715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1253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C8D78AC-3165-4322-A5FC-FC99DA5F1F40}"/>
              </a:ext>
            </a:extLst>
          </p:cNvPr>
          <p:cNvSpPr/>
          <p:nvPr userDrawn="1"/>
        </p:nvSpPr>
        <p:spPr>
          <a:xfrm>
            <a:off x="670593" y="6122037"/>
            <a:ext cx="3219912" cy="17053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j-lt"/>
              </a:rPr>
              <a:t>이어서 계속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CCEEDB-0DAF-4104-9941-CC9362D25B34}"/>
              </a:ext>
            </a:extLst>
          </p:cNvPr>
          <p:cNvSpPr/>
          <p:nvPr userDrawn="1"/>
        </p:nvSpPr>
        <p:spPr>
          <a:xfrm>
            <a:off x="4595611" y="565425"/>
            <a:ext cx="3219912" cy="17053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j-lt"/>
              </a:rPr>
              <a:t>이어서 계속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4CC079-951A-46E6-B3F9-345738A78F71}"/>
              </a:ext>
            </a:extLst>
          </p:cNvPr>
          <p:cNvSpPr/>
          <p:nvPr userDrawn="1"/>
        </p:nvSpPr>
        <p:spPr>
          <a:xfrm>
            <a:off x="670593" y="565425"/>
            <a:ext cx="3219912" cy="572715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	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32D545-E8DB-473B-A370-BE3CD145E276}"/>
              </a:ext>
            </a:extLst>
          </p:cNvPr>
          <p:cNvSpPr/>
          <p:nvPr userDrawn="1"/>
        </p:nvSpPr>
        <p:spPr>
          <a:xfrm>
            <a:off x="4595611" y="565425"/>
            <a:ext cx="3219912" cy="572715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	</a:t>
            </a:r>
            <a:endParaRPr lang="ko-KR" altLang="en-US" dirty="0"/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829E0754-9341-43E2-9B82-4BC61A4BE6A5}"/>
              </a:ext>
            </a:extLst>
          </p:cNvPr>
          <p:cNvCxnSpPr>
            <a:stCxn id="11" idx="2"/>
            <a:endCxn id="12" idx="0"/>
          </p:cNvCxnSpPr>
          <p:nvPr userDrawn="1"/>
        </p:nvCxnSpPr>
        <p:spPr>
          <a:xfrm rot="5400000" flipH="1" flipV="1">
            <a:off x="1379483" y="1466491"/>
            <a:ext cx="5727150" cy="3925018"/>
          </a:xfrm>
          <a:prstGeom prst="bentConnector5">
            <a:avLst>
              <a:gd name="adj1" fmla="val -829"/>
              <a:gd name="adj2" fmla="val 50000"/>
              <a:gd name="adj3" fmla="val 101431"/>
            </a:avLst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208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6869DA7-2016-490E-B98E-F9AFA06616BF}"/>
              </a:ext>
            </a:extLst>
          </p:cNvPr>
          <p:cNvSpPr/>
          <p:nvPr userDrawn="1"/>
        </p:nvSpPr>
        <p:spPr>
          <a:xfrm>
            <a:off x="325545" y="565425"/>
            <a:ext cx="3219912" cy="572715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	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A397AF-C2E5-4463-A360-8819B275D950}"/>
              </a:ext>
            </a:extLst>
          </p:cNvPr>
          <p:cNvSpPr/>
          <p:nvPr userDrawn="1"/>
        </p:nvSpPr>
        <p:spPr>
          <a:xfrm>
            <a:off x="4078036" y="565425"/>
            <a:ext cx="3219912" cy="572715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	</a:t>
            </a:r>
            <a:endParaRPr lang="ko-KR" alt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2768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9088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45BB1906-C30A-41BB-98D3-504AB176EC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906492"/>
            <a:ext cx="12192000" cy="3382876"/>
          </a:xfrm>
          <a:prstGeom prst="rect">
            <a:avLst/>
          </a:prstGeom>
          <a:solidFill>
            <a:srgbClr val="F9F9F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latinLnBrk="0" hangingPunct="0">
              <a:defRPr/>
            </a:pPr>
            <a:endParaRPr kumimoji="0" lang="en-US" altLang="en-US" sz="2400" dirty="0">
              <a:solidFill>
                <a:schemeClr val="folHlink"/>
              </a:solidFill>
              <a:latin typeface="Times"/>
              <a:ea typeface="맑은 고딕" panose="020B0503020000020004" pitchFamily="50" charset="-127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0672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954C8A-3603-4D1F-830F-6BB0E6BAF2D0}"/>
              </a:ext>
            </a:extLst>
          </p:cNvPr>
          <p:cNvSpPr/>
          <p:nvPr userDrawn="1"/>
        </p:nvSpPr>
        <p:spPr>
          <a:xfrm>
            <a:off x="255588" y="265113"/>
            <a:ext cx="11684000" cy="61198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BA7FF4A-4A21-446C-885B-7D7E28A4ADAC}"/>
              </a:ext>
            </a:extLst>
          </p:cNvPr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3">
            <a:extLst>
              <a:ext uri="{FF2B5EF4-FFF2-40B4-BE49-F238E27FC236}">
                <a16:creationId xmlns:a16="http://schemas.microsoft.com/office/drawing/2014/main" id="{7910321C-8ECE-4678-9BA9-331B7A7A5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AF227CD-D0AC-418D-A0E0-D88D5F4E74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noProof="0" dirty="0"/>
              <a:t>마스터 텍스트 스타일을 편집하려면 클릭</a:t>
            </a:r>
          </a:p>
          <a:p>
            <a:pPr lvl="1"/>
            <a:r>
              <a:rPr lang="ko-KR" altLang="en-US" noProof="0" dirty="0"/>
              <a:t>두 번째 수준</a:t>
            </a:r>
          </a:p>
          <a:p>
            <a:pPr lvl="2"/>
            <a:r>
              <a:rPr lang="ko-KR" altLang="en-US" noProof="0" dirty="0"/>
              <a:t>세 번째 수준</a:t>
            </a:r>
          </a:p>
          <a:p>
            <a:pPr lvl="3"/>
            <a:r>
              <a:rPr lang="ko-KR" altLang="en-US" noProof="0" dirty="0"/>
              <a:t>네 번째 수준</a:t>
            </a:r>
          </a:p>
          <a:p>
            <a:pPr lvl="4"/>
            <a:r>
              <a:rPr lang="ko-KR" altLang="en-US" noProof="0" dirty="0"/>
              <a:t>다섯 번째 수준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428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0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52" r:id="rId4"/>
    <p:sldLayoutId id="2147483653" r:id="rId5"/>
    <p:sldLayoutId id="2147483655" r:id="rId6"/>
    <p:sldLayoutId id="2147483668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0DE4A5E-2A72-4B25-969F-BA47258F21C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5" y="6472814"/>
            <a:ext cx="938876" cy="335313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D29A5B9-4C58-43A0-AC77-07B09E7FBE65}"/>
              </a:ext>
            </a:extLst>
          </p:cNvPr>
          <p:cNvCxnSpPr/>
          <p:nvPr userDrawn="1"/>
        </p:nvCxnSpPr>
        <p:spPr>
          <a:xfrm>
            <a:off x="0" y="6390131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6A7D495-D1E2-4820-BA6A-B5281B1D8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5325" y="6506721"/>
            <a:ext cx="416675" cy="273950"/>
          </a:xfrm>
          <a:prstGeom prst="rect">
            <a:avLst/>
          </a:prstGeom>
        </p:spPr>
        <p:txBody>
          <a:bodyPr anchor="ctr"/>
          <a:lstStyle>
            <a:lvl1pPr algn="ctr">
              <a:defRPr sz="1000" b="0"/>
            </a:lvl1pPr>
          </a:lstStyle>
          <a:p>
            <a:fld id="{09D1816F-F94A-4F64-B906-1FF0768A22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703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0160" y="3136612"/>
            <a:ext cx="6053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</a:t>
            </a:r>
            <a:r>
              <a:rPr lang="ko-KR" altLang="en-US" sz="3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사업본부 </a:t>
            </a:r>
            <a:r>
              <a:rPr lang="ko-KR" altLang="en-US" sz="32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지식팀</a:t>
            </a:r>
            <a:r>
              <a:rPr lang="ko-KR" altLang="en-US" sz="3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관리도구 개선</a:t>
            </a:r>
          </a:p>
        </p:txBody>
      </p:sp>
    </p:spTree>
    <p:extLst>
      <p:ext uri="{BB962C8B-B14F-4D97-AF65-F5344CB8AC3E}">
        <p14:creationId xmlns:p14="http://schemas.microsoft.com/office/powerpoint/2010/main" val="425140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EF2BEC2-96F1-46DD-B88F-8A777A672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350310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메인메뉴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하위메뉴 포함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데이터전처리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8" name="표 347">
            <a:extLst>
              <a:ext uri="{FF2B5EF4-FFF2-40B4-BE49-F238E27FC236}">
                <a16:creationId xmlns:a16="http://schemas.microsoft.com/office/drawing/2014/main" id="{1AFDE0DC-3899-462F-A5F5-5A23BFE19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743152"/>
              </p:ext>
            </p:extLst>
          </p:nvPr>
        </p:nvGraphicFramePr>
        <p:xfrm>
          <a:off x="9755558" y="0"/>
          <a:ext cx="2436441" cy="1584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1771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36691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메인 메뉴바에서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데이터전처리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메뉴 클릭 시 하단에 하위 메뉴창에 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상품데이터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카테고리 랭킹 메뉴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b.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데이터전처리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메뉴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재클릭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시 하위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메뉴창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닫힘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84898"/>
                  </a:ext>
                </a:extLst>
              </a:tr>
            </a:tbl>
          </a:graphicData>
        </a:graphic>
      </p:graphicFrame>
      <p:pic>
        <p:nvPicPr>
          <p:cNvPr id="13" name="그림 12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293E07-C314-3AA3-710E-3E5C3C99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28" t="11746" r="3236" b="50057"/>
          <a:stretch>
            <a:fillRect/>
          </a:stretch>
        </p:blipFill>
        <p:spPr>
          <a:xfrm>
            <a:off x="613609" y="1448413"/>
            <a:ext cx="8756816" cy="33064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A9B876-8AF6-9D85-ADF7-AC24E7D00E85}"/>
              </a:ext>
            </a:extLst>
          </p:cNvPr>
          <p:cNvSpPr/>
          <p:nvPr/>
        </p:nvSpPr>
        <p:spPr>
          <a:xfrm>
            <a:off x="746025" y="1889760"/>
            <a:ext cx="3031065" cy="229321"/>
          </a:xfrm>
          <a:prstGeom prst="rect">
            <a:avLst/>
          </a:prstGeom>
          <a:solidFill>
            <a:srgbClr val="1D285F"/>
          </a:solidFill>
          <a:ln>
            <a:solidFill>
              <a:srgbClr val="1D28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AA9EC4-85FB-2267-9B00-91ABE397EE5C}"/>
              </a:ext>
            </a:extLst>
          </p:cNvPr>
          <p:cNvSpPr txBox="1"/>
          <p:nvPr/>
        </p:nvSpPr>
        <p:spPr>
          <a:xfrm>
            <a:off x="2065382" y="1904392"/>
            <a:ext cx="6463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err="1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데이터전처리</a:t>
            </a:r>
            <a:endParaRPr lang="ko-KR" altLang="en-US" sz="700" b="1" dirty="0">
              <a:solidFill>
                <a:srgbClr val="B4B8CA"/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12D888-91CD-41BF-4951-48B4C9E1ABE1}"/>
              </a:ext>
            </a:extLst>
          </p:cNvPr>
          <p:cNvSpPr txBox="1"/>
          <p:nvPr/>
        </p:nvSpPr>
        <p:spPr>
          <a:xfrm>
            <a:off x="2777274" y="1911709"/>
            <a:ext cx="4924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지식작업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52D31C-7AB2-0FBF-9781-F60B4092A807}"/>
              </a:ext>
            </a:extLst>
          </p:cNvPr>
          <p:cNvSpPr txBox="1"/>
          <p:nvPr/>
        </p:nvSpPr>
        <p:spPr>
          <a:xfrm>
            <a:off x="3316400" y="1911709"/>
            <a:ext cx="4924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사전관리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A60B3-B767-DE90-8AD9-1FD921F7BCD6}"/>
              </a:ext>
            </a:extLst>
          </p:cNvPr>
          <p:cNvSpPr txBox="1"/>
          <p:nvPr/>
        </p:nvSpPr>
        <p:spPr>
          <a:xfrm>
            <a:off x="3842721" y="1911708"/>
            <a:ext cx="5693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시스템관리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D2067E-6F8B-E457-7B4E-9578FF722E4F}"/>
              </a:ext>
            </a:extLst>
          </p:cNvPr>
          <p:cNvSpPr txBox="1"/>
          <p:nvPr/>
        </p:nvSpPr>
        <p:spPr>
          <a:xfrm>
            <a:off x="1380047" y="1904392"/>
            <a:ext cx="6463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err="1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데이터업로드</a:t>
            </a:r>
            <a:endParaRPr lang="ko-KR" altLang="en-US" sz="700" b="1" dirty="0">
              <a:solidFill>
                <a:srgbClr val="B4B8CA"/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pic>
        <p:nvPicPr>
          <p:cNvPr id="25" name="그림 2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0E04A7-A4B3-8A44-B647-8ADF12F369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956" t="65469" r="31662" b="29353"/>
          <a:stretch>
            <a:fillRect/>
          </a:stretch>
        </p:blipFill>
        <p:spPr>
          <a:xfrm>
            <a:off x="888277" y="1502550"/>
            <a:ext cx="217312" cy="2474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69AF8BA-6663-30BC-1025-9ED4EADD5199}"/>
              </a:ext>
            </a:extLst>
          </p:cNvPr>
          <p:cNvSpPr txBox="1"/>
          <p:nvPr/>
        </p:nvSpPr>
        <p:spPr>
          <a:xfrm>
            <a:off x="1011580" y="1904392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통계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DAA2CF2-F4AC-4FED-0D6B-7FAFCAFABF18}"/>
              </a:ext>
            </a:extLst>
          </p:cNvPr>
          <p:cNvSpPr/>
          <p:nvPr/>
        </p:nvSpPr>
        <p:spPr>
          <a:xfrm>
            <a:off x="2091509" y="2159840"/>
            <a:ext cx="936000" cy="42671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06BD66-1914-DA6F-EA60-B9979D9D057F}"/>
              </a:ext>
            </a:extLst>
          </p:cNvPr>
          <p:cNvSpPr txBox="1"/>
          <p:nvPr/>
        </p:nvSpPr>
        <p:spPr>
          <a:xfrm>
            <a:off x="2105671" y="2159840"/>
            <a:ext cx="105554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659614-9204-9538-4512-501C023BCFC1}"/>
              </a:ext>
            </a:extLst>
          </p:cNvPr>
          <p:cNvSpPr txBox="1"/>
          <p:nvPr/>
        </p:nvSpPr>
        <p:spPr>
          <a:xfrm>
            <a:off x="2105934" y="2371111"/>
            <a:ext cx="67518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</a:t>
            </a:r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랭킹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959929B-C2D3-FE3D-C183-4B2C2A730B85}"/>
              </a:ext>
            </a:extLst>
          </p:cNvPr>
          <p:cNvCxnSpPr>
            <a:cxnSpLocks/>
          </p:cNvCxnSpPr>
          <p:nvPr/>
        </p:nvCxnSpPr>
        <p:spPr>
          <a:xfrm>
            <a:off x="2099138" y="2371111"/>
            <a:ext cx="90749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F740E3E3-C630-3B9C-3D6D-FBF1F05B4B75}"/>
              </a:ext>
            </a:extLst>
          </p:cNvPr>
          <p:cNvSpPr/>
          <p:nvPr/>
        </p:nvSpPr>
        <p:spPr>
          <a:xfrm>
            <a:off x="2030931" y="1811732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0900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8B48-7A0F-E275-1375-E8DE8A0E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36C0E36-6FC2-D762-7B37-B39ABC97D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834399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메인메뉴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하위메뉴 포함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지식작업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8" name="표 347">
            <a:extLst>
              <a:ext uri="{FF2B5EF4-FFF2-40B4-BE49-F238E27FC236}">
                <a16:creationId xmlns:a16="http://schemas.microsoft.com/office/drawing/2014/main" id="{5F7487DA-279E-6708-A042-A11FB1DD3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792370"/>
              </p:ext>
            </p:extLst>
          </p:nvPr>
        </p:nvGraphicFramePr>
        <p:xfrm>
          <a:off x="9755558" y="0"/>
          <a:ext cx="2436441" cy="1584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1771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36691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메인 메뉴바에서 지식작업 메뉴 클릭 시 하단에 하위 메뉴창에 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상품데이터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카테고리 랭킹 메뉴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b.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지식작업 메뉴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재클릭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시 하위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메뉴창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닫힘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84898"/>
                  </a:ext>
                </a:extLst>
              </a:tr>
            </a:tbl>
          </a:graphicData>
        </a:graphic>
      </p:graphicFrame>
      <p:pic>
        <p:nvPicPr>
          <p:cNvPr id="13" name="그림 12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A7968E-DC52-FBD5-220D-AE1BE726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28" t="11746" r="3236" b="50057"/>
          <a:stretch>
            <a:fillRect/>
          </a:stretch>
        </p:blipFill>
        <p:spPr>
          <a:xfrm>
            <a:off x="613609" y="1448413"/>
            <a:ext cx="8756816" cy="33064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EA01E7-8F98-97D6-A5A5-ED2076CA2ED7}"/>
              </a:ext>
            </a:extLst>
          </p:cNvPr>
          <p:cNvSpPr/>
          <p:nvPr/>
        </p:nvSpPr>
        <p:spPr>
          <a:xfrm>
            <a:off x="746025" y="1889760"/>
            <a:ext cx="3031065" cy="229321"/>
          </a:xfrm>
          <a:prstGeom prst="rect">
            <a:avLst/>
          </a:prstGeom>
          <a:solidFill>
            <a:srgbClr val="1D285F"/>
          </a:solidFill>
          <a:ln>
            <a:solidFill>
              <a:srgbClr val="1D28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C74C6A-DF6E-77C3-6158-60EE17EA8C90}"/>
              </a:ext>
            </a:extLst>
          </p:cNvPr>
          <p:cNvSpPr txBox="1"/>
          <p:nvPr/>
        </p:nvSpPr>
        <p:spPr>
          <a:xfrm>
            <a:off x="2065382" y="1904392"/>
            <a:ext cx="6463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err="1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데이터전처리</a:t>
            </a:r>
            <a:endParaRPr lang="ko-KR" altLang="en-US" sz="700" b="1" dirty="0">
              <a:solidFill>
                <a:srgbClr val="B4B8CA"/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D1CD3F-BB2A-F9AE-271C-979778EE661A}"/>
              </a:ext>
            </a:extLst>
          </p:cNvPr>
          <p:cNvSpPr txBox="1"/>
          <p:nvPr/>
        </p:nvSpPr>
        <p:spPr>
          <a:xfrm>
            <a:off x="2777274" y="1911709"/>
            <a:ext cx="4924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지식작업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C49543-8F60-4088-89D5-3701382EF510}"/>
              </a:ext>
            </a:extLst>
          </p:cNvPr>
          <p:cNvSpPr txBox="1"/>
          <p:nvPr/>
        </p:nvSpPr>
        <p:spPr>
          <a:xfrm>
            <a:off x="3316400" y="1911709"/>
            <a:ext cx="4924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사전관리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B2DB00-EF52-121E-7DB0-8BF6B48474AB}"/>
              </a:ext>
            </a:extLst>
          </p:cNvPr>
          <p:cNvSpPr txBox="1"/>
          <p:nvPr/>
        </p:nvSpPr>
        <p:spPr>
          <a:xfrm>
            <a:off x="3842721" y="1911708"/>
            <a:ext cx="5693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시스템관리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A8A819-506B-54F6-3C1A-380F768BBC0C}"/>
              </a:ext>
            </a:extLst>
          </p:cNvPr>
          <p:cNvSpPr txBox="1"/>
          <p:nvPr/>
        </p:nvSpPr>
        <p:spPr>
          <a:xfrm>
            <a:off x="1380047" y="1904392"/>
            <a:ext cx="6463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err="1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데이터업로드</a:t>
            </a:r>
            <a:endParaRPr lang="ko-KR" altLang="en-US" sz="700" b="1" dirty="0">
              <a:solidFill>
                <a:srgbClr val="B4B8CA"/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pic>
        <p:nvPicPr>
          <p:cNvPr id="25" name="그림 2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23CF81-2071-8C08-89C1-97A8D1E555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956" t="65469" r="31662" b="29353"/>
          <a:stretch>
            <a:fillRect/>
          </a:stretch>
        </p:blipFill>
        <p:spPr>
          <a:xfrm>
            <a:off x="888277" y="1502550"/>
            <a:ext cx="217312" cy="2474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FF67003-4CD0-05A4-F9CA-47045CCA37DD}"/>
              </a:ext>
            </a:extLst>
          </p:cNvPr>
          <p:cNvSpPr txBox="1"/>
          <p:nvPr/>
        </p:nvSpPr>
        <p:spPr>
          <a:xfrm>
            <a:off x="1011580" y="1904392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통계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D8828E7-A5A8-1CD1-BB9C-CB3FBDDC61C6}"/>
              </a:ext>
            </a:extLst>
          </p:cNvPr>
          <p:cNvSpPr/>
          <p:nvPr/>
        </p:nvSpPr>
        <p:spPr>
          <a:xfrm>
            <a:off x="2805611" y="2159840"/>
            <a:ext cx="936000" cy="42671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A0ECFE-4477-F47B-47CB-60FD9CBED0B1}"/>
              </a:ext>
            </a:extLst>
          </p:cNvPr>
          <p:cNvSpPr txBox="1"/>
          <p:nvPr/>
        </p:nvSpPr>
        <p:spPr>
          <a:xfrm>
            <a:off x="2819773" y="2159840"/>
            <a:ext cx="105554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FCE559-4991-6C2C-5904-82F6A0E6DE4C}"/>
              </a:ext>
            </a:extLst>
          </p:cNvPr>
          <p:cNvSpPr txBox="1"/>
          <p:nvPr/>
        </p:nvSpPr>
        <p:spPr>
          <a:xfrm>
            <a:off x="2820036" y="2371111"/>
            <a:ext cx="67518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</a:t>
            </a:r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랭킹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50906F8-8E3A-CEDC-588A-E4CB84683938}"/>
              </a:ext>
            </a:extLst>
          </p:cNvPr>
          <p:cNvCxnSpPr>
            <a:cxnSpLocks/>
          </p:cNvCxnSpPr>
          <p:nvPr/>
        </p:nvCxnSpPr>
        <p:spPr>
          <a:xfrm>
            <a:off x="2813240" y="2371111"/>
            <a:ext cx="90749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81FE86A5-5824-62C6-9D66-443E312B57A3}"/>
              </a:ext>
            </a:extLst>
          </p:cNvPr>
          <p:cNvSpPr/>
          <p:nvPr/>
        </p:nvSpPr>
        <p:spPr>
          <a:xfrm>
            <a:off x="2745033" y="1811732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364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71A9C-62C0-B3B7-C748-A3E691A4C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527E6CD-7058-D1AC-C937-C795EA3B9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084000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메인메뉴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하위메뉴 포함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사전관리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8" name="표 347">
            <a:extLst>
              <a:ext uri="{FF2B5EF4-FFF2-40B4-BE49-F238E27FC236}">
                <a16:creationId xmlns:a16="http://schemas.microsoft.com/office/drawing/2014/main" id="{15A5D739-DA61-FB14-5C92-4C07EAA92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935460"/>
              </p:ext>
            </p:extLst>
          </p:nvPr>
        </p:nvGraphicFramePr>
        <p:xfrm>
          <a:off x="9755558" y="0"/>
          <a:ext cx="2436441" cy="1584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1771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36691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메인 메뉴바에서 사전관리 메뉴 클릭 시 하단에 하위 메뉴창에 도메인별 사전 관리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지식 백업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메뉴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b.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사전관리 메뉴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재클릭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시 하위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메뉴창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닫힘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84898"/>
                  </a:ext>
                </a:extLst>
              </a:tr>
            </a:tbl>
          </a:graphicData>
        </a:graphic>
      </p:graphicFrame>
      <p:pic>
        <p:nvPicPr>
          <p:cNvPr id="13" name="그림 12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B267D0-AE3F-AABF-4193-478A8D3BCA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28" t="11746" r="3236" b="50057"/>
          <a:stretch>
            <a:fillRect/>
          </a:stretch>
        </p:blipFill>
        <p:spPr>
          <a:xfrm>
            <a:off x="613609" y="1448413"/>
            <a:ext cx="8756816" cy="33064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9A1267-8981-BA9E-655B-EEDF0EAF7889}"/>
              </a:ext>
            </a:extLst>
          </p:cNvPr>
          <p:cNvSpPr/>
          <p:nvPr/>
        </p:nvSpPr>
        <p:spPr>
          <a:xfrm>
            <a:off x="746025" y="1889760"/>
            <a:ext cx="3031065" cy="229321"/>
          </a:xfrm>
          <a:prstGeom prst="rect">
            <a:avLst/>
          </a:prstGeom>
          <a:solidFill>
            <a:srgbClr val="1D285F"/>
          </a:solidFill>
          <a:ln>
            <a:solidFill>
              <a:srgbClr val="1D28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53855B-AF94-E664-F3A2-2ED95ECDEAE8}"/>
              </a:ext>
            </a:extLst>
          </p:cNvPr>
          <p:cNvSpPr txBox="1"/>
          <p:nvPr/>
        </p:nvSpPr>
        <p:spPr>
          <a:xfrm>
            <a:off x="2065382" y="1904392"/>
            <a:ext cx="6463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err="1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데이터전처리</a:t>
            </a:r>
            <a:endParaRPr lang="ko-KR" altLang="en-US" sz="700" b="1" dirty="0">
              <a:solidFill>
                <a:srgbClr val="B4B8CA"/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BD734-5B41-D739-03DB-AC635E6F33B4}"/>
              </a:ext>
            </a:extLst>
          </p:cNvPr>
          <p:cNvSpPr txBox="1"/>
          <p:nvPr/>
        </p:nvSpPr>
        <p:spPr>
          <a:xfrm>
            <a:off x="2777274" y="1911709"/>
            <a:ext cx="4924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지식작업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80F037-733A-D3D7-487D-0589DDB0CEC4}"/>
              </a:ext>
            </a:extLst>
          </p:cNvPr>
          <p:cNvSpPr txBox="1"/>
          <p:nvPr/>
        </p:nvSpPr>
        <p:spPr>
          <a:xfrm>
            <a:off x="3316400" y="1911709"/>
            <a:ext cx="4924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사전관리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B94FB6-F924-67CD-E239-50BBB32BE6A7}"/>
              </a:ext>
            </a:extLst>
          </p:cNvPr>
          <p:cNvSpPr txBox="1"/>
          <p:nvPr/>
        </p:nvSpPr>
        <p:spPr>
          <a:xfrm>
            <a:off x="3842721" y="1911708"/>
            <a:ext cx="5693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시스템관리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13C4BB-7737-3257-4610-7DC4DC4CF754}"/>
              </a:ext>
            </a:extLst>
          </p:cNvPr>
          <p:cNvSpPr txBox="1"/>
          <p:nvPr/>
        </p:nvSpPr>
        <p:spPr>
          <a:xfrm>
            <a:off x="1380047" y="1904392"/>
            <a:ext cx="6463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err="1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데이터업로드</a:t>
            </a:r>
            <a:endParaRPr lang="ko-KR" altLang="en-US" sz="700" b="1" dirty="0">
              <a:solidFill>
                <a:srgbClr val="B4B8CA"/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pic>
        <p:nvPicPr>
          <p:cNvPr id="25" name="그림 2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F89E0C-30B5-3F3F-7746-C1E55844F7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956" t="65469" r="31662" b="29353"/>
          <a:stretch>
            <a:fillRect/>
          </a:stretch>
        </p:blipFill>
        <p:spPr>
          <a:xfrm>
            <a:off x="888277" y="1502550"/>
            <a:ext cx="217312" cy="2474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E637DED-A1CA-A9F6-8A54-CD9C49F5C73F}"/>
              </a:ext>
            </a:extLst>
          </p:cNvPr>
          <p:cNvSpPr txBox="1"/>
          <p:nvPr/>
        </p:nvSpPr>
        <p:spPr>
          <a:xfrm>
            <a:off x="1011580" y="1904392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통계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AF6D580-024D-5551-A277-732C96D872E8}"/>
              </a:ext>
            </a:extLst>
          </p:cNvPr>
          <p:cNvSpPr/>
          <p:nvPr/>
        </p:nvSpPr>
        <p:spPr>
          <a:xfrm>
            <a:off x="3336836" y="2159840"/>
            <a:ext cx="936000" cy="429614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7531A1-B10E-EAAA-708E-273C22F83562}"/>
              </a:ext>
            </a:extLst>
          </p:cNvPr>
          <p:cNvSpPr txBox="1"/>
          <p:nvPr/>
        </p:nvSpPr>
        <p:spPr>
          <a:xfrm>
            <a:off x="3350998" y="2159840"/>
            <a:ext cx="105554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도메인별 사전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E39202-2728-1D6C-F657-30720F8C49F1}"/>
              </a:ext>
            </a:extLst>
          </p:cNvPr>
          <p:cNvSpPr txBox="1"/>
          <p:nvPr/>
        </p:nvSpPr>
        <p:spPr>
          <a:xfrm>
            <a:off x="3360405" y="2389399"/>
            <a:ext cx="52129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지식 백업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34E0503-BB91-96BC-CDEC-9D32EB682006}"/>
              </a:ext>
            </a:extLst>
          </p:cNvPr>
          <p:cNvCxnSpPr>
            <a:cxnSpLocks/>
          </p:cNvCxnSpPr>
          <p:nvPr/>
        </p:nvCxnSpPr>
        <p:spPr>
          <a:xfrm>
            <a:off x="3344465" y="2379820"/>
            <a:ext cx="90749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1CF6C218-3336-D98B-8BAE-CE98AA17A4D7}"/>
              </a:ext>
            </a:extLst>
          </p:cNvPr>
          <p:cNvSpPr/>
          <p:nvPr/>
        </p:nvSpPr>
        <p:spPr>
          <a:xfrm>
            <a:off x="3276258" y="1811732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1981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36811-67E2-89F6-00C0-315B671CF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B5A03B1-CE13-890F-919F-3B5B0C0BD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036058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메인메뉴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하위메뉴 포함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시스템관리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8" name="표 347">
            <a:extLst>
              <a:ext uri="{FF2B5EF4-FFF2-40B4-BE49-F238E27FC236}">
                <a16:creationId xmlns:a16="http://schemas.microsoft.com/office/drawing/2014/main" id="{29705BFA-438D-9524-B26E-E171C8622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65189"/>
              </p:ext>
            </p:extLst>
          </p:nvPr>
        </p:nvGraphicFramePr>
        <p:xfrm>
          <a:off x="9755558" y="0"/>
          <a:ext cx="2436441" cy="1584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1771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36691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메인 메뉴바에서 시스템관리 메뉴 클릭 시 하단에 하위 메뉴창에 계정 관리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도메인 관리 메뉴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b.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시스템관리 메뉴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재클릭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시 하위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메뉴창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닫힘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84898"/>
                  </a:ext>
                </a:extLst>
              </a:tr>
            </a:tbl>
          </a:graphicData>
        </a:graphic>
      </p:graphicFrame>
      <p:pic>
        <p:nvPicPr>
          <p:cNvPr id="13" name="그림 12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80BB5E-9D74-DC91-CF88-530DA69A73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28" t="11746" r="3236" b="50057"/>
          <a:stretch>
            <a:fillRect/>
          </a:stretch>
        </p:blipFill>
        <p:spPr>
          <a:xfrm>
            <a:off x="613609" y="1448413"/>
            <a:ext cx="8756816" cy="33064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C8117F-6188-AB00-229E-71235B7118F4}"/>
              </a:ext>
            </a:extLst>
          </p:cNvPr>
          <p:cNvSpPr/>
          <p:nvPr/>
        </p:nvSpPr>
        <p:spPr>
          <a:xfrm>
            <a:off x="746025" y="1889760"/>
            <a:ext cx="3031065" cy="229321"/>
          </a:xfrm>
          <a:prstGeom prst="rect">
            <a:avLst/>
          </a:prstGeom>
          <a:solidFill>
            <a:srgbClr val="1D285F"/>
          </a:solidFill>
          <a:ln>
            <a:solidFill>
              <a:srgbClr val="1D28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66411A-8A6C-F4ED-5332-0FDEE3CE5CB3}"/>
              </a:ext>
            </a:extLst>
          </p:cNvPr>
          <p:cNvSpPr txBox="1"/>
          <p:nvPr/>
        </p:nvSpPr>
        <p:spPr>
          <a:xfrm>
            <a:off x="2065382" y="1904392"/>
            <a:ext cx="6463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err="1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데이터전처리</a:t>
            </a:r>
            <a:endParaRPr lang="ko-KR" altLang="en-US" sz="700" b="1" dirty="0">
              <a:solidFill>
                <a:srgbClr val="B4B8CA"/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DEB1CF-4DEE-D4EB-B406-D5F972346F49}"/>
              </a:ext>
            </a:extLst>
          </p:cNvPr>
          <p:cNvSpPr txBox="1"/>
          <p:nvPr/>
        </p:nvSpPr>
        <p:spPr>
          <a:xfrm>
            <a:off x="2777274" y="1911709"/>
            <a:ext cx="4924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지식작업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FAFBA6-EC80-3C2C-2452-24BF858F06D4}"/>
              </a:ext>
            </a:extLst>
          </p:cNvPr>
          <p:cNvSpPr txBox="1"/>
          <p:nvPr/>
        </p:nvSpPr>
        <p:spPr>
          <a:xfrm>
            <a:off x="3316400" y="1911709"/>
            <a:ext cx="4924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사전관리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7E9D3E-560F-F5FA-D435-7225E287303C}"/>
              </a:ext>
            </a:extLst>
          </p:cNvPr>
          <p:cNvSpPr txBox="1"/>
          <p:nvPr/>
        </p:nvSpPr>
        <p:spPr>
          <a:xfrm>
            <a:off x="3842721" y="1911708"/>
            <a:ext cx="5693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시스템관리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B58AD8-1E94-C0D1-B025-36004421217F}"/>
              </a:ext>
            </a:extLst>
          </p:cNvPr>
          <p:cNvSpPr txBox="1"/>
          <p:nvPr/>
        </p:nvSpPr>
        <p:spPr>
          <a:xfrm>
            <a:off x="1380047" y="1904392"/>
            <a:ext cx="6463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err="1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데이터업로드</a:t>
            </a:r>
            <a:endParaRPr lang="ko-KR" altLang="en-US" sz="700" b="1" dirty="0">
              <a:solidFill>
                <a:srgbClr val="B4B8CA"/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pic>
        <p:nvPicPr>
          <p:cNvPr id="25" name="그림 2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3CF714-2CCD-4F46-FB59-85C48892FB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956" t="65469" r="31662" b="29353"/>
          <a:stretch>
            <a:fillRect/>
          </a:stretch>
        </p:blipFill>
        <p:spPr>
          <a:xfrm>
            <a:off x="888277" y="1502550"/>
            <a:ext cx="217312" cy="2474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AF12FD0-BB0B-5A8C-3BF7-A4AD50FD9857}"/>
              </a:ext>
            </a:extLst>
          </p:cNvPr>
          <p:cNvSpPr txBox="1"/>
          <p:nvPr/>
        </p:nvSpPr>
        <p:spPr>
          <a:xfrm>
            <a:off x="1011580" y="1904392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>
                <a:solidFill>
                  <a:srgbClr val="B4B8CA"/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통계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0C85CE2-A84E-0365-6E71-FC04E825296D}"/>
              </a:ext>
            </a:extLst>
          </p:cNvPr>
          <p:cNvSpPr/>
          <p:nvPr/>
        </p:nvSpPr>
        <p:spPr>
          <a:xfrm>
            <a:off x="3850647" y="2159840"/>
            <a:ext cx="936000" cy="42671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7C1CD6-12D3-40A7-E88A-E3DC462419A2}"/>
              </a:ext>
            </a:extLst>
          </p:cNvPr>
          <p:cNvSpPr txBox="1"/>
          <p:nvPr/>
        </p:nvSpPr>
        <p:spPr>
          <a:xfrm>
            <a:off x="3864809" y="2159840"/>
            <a:ext cx="105554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계정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8F173E-2515-2CA5-B363-A7C196C03E2F}"/>
              </a:ext>
            </a:extLst>
          </p:cNvPr>
          <p:cNvSpPr txBox="1"/>
          <p:nvPr/>
        </p:nvSpPr>
        <p:spPr>
          <a:xfrm>
            <a:off x="3865072" y="2371111"/>
            <a:ext cx="59824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도메인 관리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56AF351-778A-6706-A3E5-548A980332FE}"/>
              </a:ext>
            </a:extLst>
          </p:cNvPr>
          <p:cNvCxnSpPr>
            <a:cxnSpLocks/>
          </p:cNvCxnSpPr>
          <p:nvPr/>
        </p:nvCxnSpPr>
        <p:spPr>
          <a:xfrm>
            <a:off x="3858276" y="2371111"/>
            <a:ext cx="90749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166357B8-3960-CE0A-9E8B-CC6C29F94627}"/>
              </a:ext>
            </a:extLst>
          </p:cNvPr>
          <p:cNvSpPr/>
          <p:nvPr/>
        </p:nvSpPr>
        <p:spPr>
          <a:xfrm>
            <a:off x="3790069" y="1811732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4827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E8D77-05D3-88D1-AE62-14410262B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358DA3E-62F3-522E-3BF4-E8370527F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879251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질의로그탭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B7371E-485A-4F5C-FEAB-97A97E877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722937"/>
              </p:ext>
            </p:extLst>
          </p:nvPr>
        </p:nvGraphicFramePr>
        <p:xfrm>
          <a:off x="9755558" y="0"/>
          <a:ext cx="2436441" cy="5320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1771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966652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질의로그 탭 클릭 시 질의로그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가능한 화면 출력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질의로그 탭을 디폴트 화면으로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84898"/>
                  </a:ext>
                </a:extLst>
              </a:tr>
              <a:tr h="9231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불러오기 버튼 클릭 시 데이터 업로드 메뉴에 업로드 되어있는 파일을 선택할 수 있는 팝업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77767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실행하기 버튼 클릭 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실행 옵션을 선택할 수 있는 팝업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481398"/>
                  </a:ext>
                </a:extLst>
              </a:tr>
              <a:tr h="75764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휴지통 아이콘 클릭 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768817"/>
                  </a:ext>
                </a:extLst>
              </a:tr>
              <a:tr h="55734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파일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가능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831710"/>
                  </a:ext>
                </a:extLst>
              </a:tr>
              <a:tr h="114082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내보내기 버튼 클릭 시 로컬로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내려받기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위한 옵션 및 폴더 경로 지정 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체크박스에 복수의 로그가 체크된 경우 두 파일을 합쳐서 내보내기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되어야함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409438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31F2FE67-953D-8A04-04A4-4C94F20B5931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3F12B0F-F165-4690-E05A-D2E369FFD254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EFC9DAD-A3B2-0181-359D-80EBED862F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EF0ED06-18DC-3C9C-37BC-6740D52E0B17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D86D7F-6517-56B9-15CC-08562391BD63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08B95A-3409-08A1-8E4C-C421591F4BF2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F1F6F7-E5DF-9523-18C7-0E5508BBCE37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641CDF-EFA7-E3D6-03A0-4699CBFF1A54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47F327-3693-7763-5ED4-2A67D918B516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B1078BF-C199-B3AE-A984-B9BF0AE65E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AA9161-DC46-0AD1-AD58-65C1BC0B05D5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C125F35-CB0A-386E-B5CB-9B70EC61CF1B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C3D958D-B900-F57D-892A-5ECE6AE0260F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23C9F2-33CA-8A07-9EA6-06587A425DF5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7713FB5-EB2A-B7E5-F4D5-403E54155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138695"/>
              </p:ext>
            </p:extLst>
          </p:nvPr>
        </p:nvGraphicFramePr>
        <p:xfrm>
          <a:off x="1743170" y="3158170"/>
          <a:ext cx="6159168" cy="12714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Hmall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C34076A-308D-4C47-20E7-EAB231C33924}"/>
              </a:ext>
            </a:extLst>
          </p:cNvPr>
          <p:cNvSpPr txBox="1"/>
          <p:nvPr/>
        </p:nvSpPr>
        <p:spPr>
          <a:xfrm>
            <a:off x="4493623" y="670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83A0863-12C0-25E4-4A89-6B8B5FC0C074}"/>
              </a:ext>
            </a:extLst>
          </p:cNvPr>
          <p:cNvGrpSpPr/>
          <p:nvPr/>
        </p:nvGrpSpPr>
        <p:grpSpPr>
          <a:xfrm>
            <a:off x="6057783" y="3518268"/>
            <a:ext cx="632066" cy="230777"/>
            <a:chOff x="7050566" y="3431181"/>
            <a:chExt cx="632066" cy="23077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EAEFEE9C-D1C2-72B7-2365-8E13291863C3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3A7442A-31A7-1185-14A3-CECE7B1103FF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EB51664-C5DF-74C8-A281-FA1FE39728F5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2A74A395-7910-8BFF-8837-F84089967A32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>
                <a:extLst>
                  <a:ext uri="{FF2B5EF4-FFF2-40B4-BE49-F238E27FC236}">
                    <a16:creationId xmlns:a16="http://schemas.microsoft.com/office/drawing/2014/main" id="{15032393-78B6-9CD2-3A9F-56E5B4551A81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A678E03-4E37-5299-D871-26AB9F2C0C92}"/>
              </a:ext>
            </a:extLst>
          </p:cNvPr>
          <p:cNvSpPr/>
          <p:nvPr/>
        </p:nvSpPr>
        <p:spPr>
          <a:xfrm>
            <a:off x="6604763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503D59-DD59-3E1A-45DF-5DD9875E3964}"/>
              </a:ext>
            </a:extLst>
          </p:cNvPr>
          <p:cNvSpPr txBox="1"/>
          <p:nvPr/>
        </p:nvSpPr>
        <p:spPr>
          <a:xfrm>
            <a:off x="6712326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292222-D372-316F-4984-2A4107386500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54533AD-B9FC-AEEB-2386-C112C5B0CC4F}"/>
              </a:ext>
            </a:extLst>
          </p:cNvPr>
          <p:cNvGrpSpPr/>
          <p:nvPr/>
        </p:nvGrpSpPr>
        <p:grpSpPr>
          <a:xfrm>
            <a:off x="2148742" y="2451156"/>
            <a:ext cx="712649" cy="235034"/>
            <a:chOff x="2148742" y="2451156"/>
            <a:chExt cx="712649" cy="23503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FFE9D4F-39D4-8F17-891F-6466DB63DB43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B0645B9-E9F3-4853-0F23-39F6B5D33039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A98149D-6C4D-82AA-D56A-6BFD37B01A6F}"/>
              </a:ext>
            </a:extLst>
          </p:cNvPr>
          <p:cNvGrpSpPr/>
          <p:nvPr/>
        </p:nvGrpSpPr>
        <p:grpSpPr>
          <a:xfrm>
            <a:off x="1412242" y="2447109"/>
            <a:ext cx="712649" cy="352667"/>
            <a:chOff x="1412242" y="2447109"/>
            <a:chExt cx="712649" cy="352667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0CED82C-11B4-2E46-F9D1-9DE36C7AB60F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97DACB6-F9CC-5E47-F5FD-C11A29BA0403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4C26F62-3448-AB28-91B4-1DB8ABD1FDAA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5D861C9-8DAF-A0C6-F161-8BA620CE28DB}"/>
              </a:ext>
            </a:extLst>
          </p:cNvPr>
          <p:cNvGrpSpPr/>
          <p:nvPr/>
        </p:nvGrpSpPr>
        <p:grpSpPr>
          <a:xfrm>
            <a:off x="6057783" y="3820397"/>
            <a:ext cx="632066" cy="230777"/>
            <a:chOff x="7050566" y="3431181"/>
            <a:chExt cx="632066" cy="23077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88F45251-A499-3FFB-CFC4-9F75F1606F3B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6E2F370-C3A5-F9E9-EE89-C508721CC2B9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11AF14C-2E0D-0B7B-4D8F-35A671BA79D6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31E5D756-D9F2-D03E-6021-56D14FA72F2C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>
                <a:extLst>
                  <a:ext uri="{FF2B5EF4-FFF2-40B4-BE49-F238E27FC236}">
                    <a16:creationId xmlns:a16="http://schemas.microsoft.com/office/drawing/2014/main" id="{2C19A8F4-66EB-4640-A7A3-40532DBD50F8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C827566-81C6-4A31-BDF5-325D94D5DC55}"/>
              </a:ext>
            </a:extLst>
          </p:cNvPr>
          <p:cNvGrpSpPr/>
          <p:nvPr/>
        </p:nvGrpSpPr>
        <p:grpSpPr>
          <a:xfrm>
            <a:off x="6057783" y="4147401"/>
            <a:ext cx="632066" cy="230777"/>
            <a:chOff x="7050566" y="3431181"/>
            <a:chExt cx="632066" cy="230777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9B9A9EBC-2D95-E984-2A71-650607DA42FB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7FB2F52-CAFC-BFFD-119D-CB5FF6F821EF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F70D54E2-D61C-AF39-1067-18FF84A83215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CEC5DBA-49F6-E8BA-329D-082AB48EFC73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이등변 삼각형 52">
                <a:extLst>
                  <a:ext uri="{FF2B5EF4-FFF2-40B4-BE49-F238E27FC236}">
                    <a16:creationId xmlns:a16="http://schemas.microsoft.com/office/drawing/2014/main" id="{CA74B3B7-99AC-C847-8DC4-4AEBB5011E1A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4614A1-8464-644F-2659-330AE09F4F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478283"/>
            <a:ext cx="213064" cy="263497"/>
          </a:xfrm>
          <a:prstGeom prst="rect">
            <a:avLst/>
          </a:prstGeom>
        </p:spPr>
      </p:pic>
      <p:pic>
        <p:nvPicPr>
          <p:cNvPr id="29" name="그림 28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E5B8D3-6EF2-D858-AF1D-C9BEDDACB8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815496"/>
            <a:ext cx="213064" cy="263497"/>
          </a:xfrm>
          <a:prstGeom prst="rect">
            <a:avLst/>
          </a:prstGeom>
        </p:spPr>
      </p:pic>
      <p:pic>
        <p:nvPicPr>
          <p:cNvPr id="30" name="그림 2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216747-8F3C-7409-32E2-624E3309B6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4150851"/>
            <a:ext cx="213064" cy="263497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FD0CB0EB-2EBC-C1E4-AFB6-6BF782FFAF49}"/>
              </a:ext>
            </a:extLst>
          </p:cNvPr>
          <p:cNvSpPr/>
          <p:nvPr/>
        </p:nvSpPr>
        <p:spPr>
          <a:xfrm>
            <a:off x="1435182" y="2493105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CC0E19EA-B385-C0C7-8F1F-184A2ACEEA94}"/>
              </a:ext>
            </a:extLst>
          </p:cNvPr>
          <p:cNvSpPr/>
          <p:nvPr/>
        </p:nvSpPr>
        <p:spPr>
          <a:xfrm>
            <a:off x="6427863" y="2892742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FED2ADC7-B473-A40A-E789-6A86F40CDC57}"/>
              </a:ext>
            </a:extLst>
          </p:cNvPr>
          <p:cNvSpPr/>
          <p:nvPr/>
        </p:nvSpPr>
        <p:spPr>
          <a:xfrm>
            <a:off x="5900890" y="3559198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C33F3CC-97C1-B9B0-6C11-C54D45EC4982}"/>
              </a:ext>
            </a:extLst>
          </p:cNvPr>
          <p:cNvSpPr/>
          <p:nvPr/>
        </p:nvSpPr>
        <p:spPr>
          <a:xfrm>
            <a:off x="7168655" y="3525713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76E5C704-2377-DC7E-8215-2CD1D947759F}"/>
              </a:ext>
            </a:extLst>
          </p:cNvPr>
          <p:cNvSpPr/>
          <p:nvPr/>
        </p:nvSpPr>
        <p:spPr>
          <a:xfrm>
            <a:off x="7287695" y="2848061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A04313-8EB5-5EE7-7598-D777B553CDD2}"/>
              </a:ext>
            </a:extLst>
          </p:cNvPr>
          <p:cNvSpPr txBox="1"/>
          <p:nvPr/>
        </p:nvSpPr>
        <p:spPr>
          <a:xfrm>
            <a:off x="7344392" y="2860433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내보내기</a:t>
            </a:r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6DBAC79B-A007-A446-E39E-C7CA76F55A80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F409AF4D-CCCB-8C2C-C2E0-B848F453ED7A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액자 60">
            <a:extLst>
              <a:ext uri="{FF2B5EF4-FFF2-40B4-BE49-F238E27FC236}">
                <a16:creationId xmlns:a16="http://schemas.microsoft.com/office/drawing/2014/main" id="{7957B5CA-9727-0F55-A0DD-5A622473EF86}"/>
              </a:ext>
            </a:extLst>
          </p:cNvPr>
          <p:cNvSpPr/>
          <p:nvPr/>
        </p:nvSpPr>
        <p:spPr>
          <a:xfrm>
            <a:off x="1913167" y="421183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3294032-451E-6DA6-0BB1-8915F48D2973}"/>
              </a:ext>
            </a:extLst>
          </p:cNvPr>
          <p:cNvSpPr/>
          <p:nvPr/>
        </p:nvSpPr>
        <p:spPr>
          <a:xfrm>
            <a:off x="1756275" y="355723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5EFE7D0C-4BD3-5268-DAEE-785532133F71}"/>
              </a:ext>
            </a:extLst>
          </p:cNvPr>
          <p:cNvSpPr/>
          <p:nvPr/>
        </p:nvSpPr>
        <p:spPr>
          <a:xfrm>
            <a:off x="7266052" y="290085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1555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20663-EC08-99C7-DCD7-22D6AB0B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31327C5-A3BB-236D-3367-EF9F13FDE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586747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불러오기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6EE3FAE-1B6E-5079-B5E0-51280EEFE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033602"/>
              </p:ext>
            </p:extLst>
          </p:nvPr>
        </p:nvGraphicFramePr>
        <p:xfrm>
          <a:off x="9755558" y="0"/>
          <a:ext cx="2436441" cy="3024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질의로그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가능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110391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선택한 질의로그가 질의로그 목록에 출력됨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선택 체크박스가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개 이상 체크 되어있을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99513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닫히고 질의로그 목록에 아무것도 추가되지 않은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80319F0B-E590-0159-7425-FAF3A46EF459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35C99915-628A-2B88-C75A-9A2FE4384B64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C8A037A9-55CD-4E15-A0BA-77FB16DCC9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5D1D481-905C-E8F8-BF30-EB77FE30419F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39409B-E8BE-13B3-DAFD-5A5B08640A55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C7D8A8-ADEA-8600-F958-82697FCAFECE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46DF86-F13C-C09D-5BD6-39730D799AC5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611B21-8AA5-7F9A-8022-0C623D221393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94CEC6-13E3-573F-E3BF-019051A1BE00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D5058C0-728B-9F14-5849-4E08132AB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E51F9C-86D4-1260-2E2C-221E7512FC02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BBBEC98-37EF-7095-96B0-013E7C63F592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F01A6B5-29C6-AE3A-FFD3-3062E842F12F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5E73C7-9727-5F2A-E418-F09B00CEA3D2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9A470D1-1108-0F5E-1A08-E0F798417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361025"/>
              </p:ext>
            </p:extLst>
          </p:nvPr>
        </p:nvGraphicFramePr>
        <p:xfrm>
          <a:off x="1743170" y="3158170"/>
          <a:ext cx="6159165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31833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Hmall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4CCF3F8E-86D8-BC2B-90BA-2A2463AADA1D}"/>
              </a:ext>
            </a:extLst>
          </p:cNvPr>
          <p:cNvGrpSpPr/>
          <p:nvPr/>
        </p:nvGrpSpPr>
        <p:grpSpPr>
          <a:xfrm>
            <a:off x="2148742" y="2451156"/>
            <a:ext cx="712649" cy="235034"/>
            <a:chOff x="2148742" y="2451156"/>
            <a:chExt cx="712649" cy="235034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BAEECFEB-1F6D-EC4B-6E16-5AB4B6B7BF06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C78ADFC-02A6-1B88-E8DF-CF60AC43CE67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F80B51D-1040-6A22-9F47-764924E19247}"/>
              </a:ext>
            </a:extLst>
          </p:cNvPr>
          <p:cNvGrpSpPr/>
          <p:nvPr/>
        </p:nvGrpSpPr>
        <p:grpSpPr>
          <a:xfrm>
            <a:off x="1412242" y="2447109"/>
            <a:ext cx="712649" cy="352667"/>
            <a:chOff x="1412242" y="2447109"/>
            <a:chExt cx="712649" cy="352667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9FB3B397-4955-6BA8-1350-49B8A46DFA91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B0FEAE-4E87-1C71-6DEF-A7A6E268CA31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4A865E6E-F57C-EC14-7F33-787F92299E8D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9B279F-8F93-6208-71A1-5112C6E7DFBC}"/>
              </a:ext>
            </a:extLst>
          </p:cNvPr>
          <p:cNvSpPr/>
          <p:nvPr/>
        </p:nvSpPr>
        <p:spPr>
          <a:xfrm>
            <a:off x="570067" y="1689629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863CE7D-1193-058B-258E-5348AC572087}"/>
              </a:ext>
            </a:extLst>
          </p:cNvPr>
          <p:cNvSpPr/>
          <p:nvPr/>
        </p:nvSpPr>
        <p:spPr>
          <a:xfrm>
            <a:off x="7266608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843795-4D54-2C6B-C07E-80EC3D6A6DD4}"/>
              </a:ext>
            </a:extLst>
          </p:cNvPr>
          <p:cNvSpPr txBox="1"/>
          <p:nvPr/>
        </p:nvSpPr>
        <p:spPr>
          <a:xfrm>
            <a:off x="7374171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62514E-BC16-4678-F5D5-E0EA35530F30}"/>
              </a:ext>
            </a:extLst>
          </p:cNvPr>
          <p:cNvSpPr txBox="1"/>
          <p:nvPr/>
        </p:nvSpPr>
        <p:spPr>
          <a:xfrm>
            <a:off x="7235433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C8C87F0-6F90-01E5-FCDA-ABB1F2BF027F}"/>
              </a:ext>
            </a:extLst>
          </p:cNvPr>
          <p:cNvGrpSpPr/>
          <p:nvPr/>
        </p:nvGrpSpPr>
        <p:grpSpPr>
          <a:xfrm>
            <a:off x="3045727" y="2451156"/>
            <a:ext cx="712649" cy="235034"/>
            <a:chOff x="2148742" y="2451156"/>
            <a:chExt cx="712649" cy="23503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4555D9B3-69B1-82AE-FD09-25B4C26EBE39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FDDFB1F-A15C-DE60-CE70-3FEA649D5CDB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DA59196-BF96-148C-135F-F89BC8603D88}"/>
              </a:ext>
            </a:extLst>
          </p:cNvPr>
          <p:cNvGrpSpPr/>
          <p:nvPr/>
        </p:nvGrpSpPr>
        <p:grpSpPr>
          <a:xfrm>
            <a:off x="2309227" y="2447109"/>
            <a:ext cx="712649" cy="352667"/>
            <a:chOff x="1412242" y="2447109"/>
            <a:chExt cx="712649" cy="352667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EB3749C-40AA-C467-236C-C362D2B82F04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6D1035-F281-0F82-FEEF-4CB99084DB6D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27319C0-CA25-698F-25DF-902F54E480DE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C09A31-91C8-0105-4E6F-297C630B2EB9}"/>
              </a:ext>
            </a:extLst>
          </p:cNvPr>
          <p:cNvSpPr/>
          <p:nvPr/>
        </p:nvSpPr>
        <p:spPr>
          <a:xfrm>
            <a:off x="2233490" y="2298555"/>
            <a:ext cx="5608991" cy="2771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1EC47E00-C811-7682-AD48-D931C0438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49771"/>
              </p:ext>
            </p:extLst>
          </p:nvPr>
        </p:nvGraphicFramePr>
        <p:xfrm>
          <a:off x="2579192" y="3022857"/>
          <a:ext cx="4927332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31833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선택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신성통상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2026-01-20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신성통상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2026-01-20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유비케어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sp>
        <p:nvSpPr>
          <p:cNvPr id="79" name="액자 78">
            <a:extLst>
              <a:ext uri="{FF2B5EF4-FFF2-40B4-BE49-F238E27FC236}">
                <a16:creationId xmlns:a16="http://schemas.microsoft.com/office/drawing/2014/main" id="{E0BC9952-3936-ECA5-7B65-418FDEEBF3E4}"/>
              </a:ext>
            </a:extLst>
          </p:cNvPr>
          <p:cNvSpPr/>
          <p:nvPr/>
        </p:nvSpPr>
        <p:spPr>
          <a:xfrm>
            <a:off x="6818812" y="333465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액자 79">
            <a:extLst>
              <a:ext uri="{FF2B5EF4-FFF2-40B4-BE49-F238E27FC236}">
                <a16:creationId xmlns:a16="http://schemas.microsoft.com/office/drawing/2014/main" id="{8FB14FC9-7C1C-610F-3543-2D03FDC3381E}"/>
              </a:ext>
            </a:extLst>
          </p:cNvPr>
          <p:cNvSpPr/>
          <p:nvPr/>
        </p:nvSpPr>
        <p:spPr>
          <a:xfrm>
            <a:off x="6818812" y="3670635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1" name="액자 80">
            <a:extLst>
              <a:ext uri="{FF2B5EF4-FFF2-40B4-BE49-F238E27FC236}">
                <a16:creationId xmlns:a16="http://schemas.microsoft.com/office/drawing/2014/main" id="{2022ECAD-124E-4E92-1A5C-1E736196EB71}"/>
              </a:ext>
            </a:extLst>
          </p:cNvPr>
          <p:cNvSpPr/>
          <p:nvPr/>
        </p:nvSpPr>
        <p:spPr>
          <a:xfrm>
            <a:off x="6818811" y="3984585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E3A358B-AD8B-8C19-BF8F-26644ABC3375}"/>
              </a:ext>
            </a:extLst>
          </p:cNvPr>
          <p:cNvSpPr txBox="1"/>
          <p:nvPr/>
        </p:nvSpPr>
        <p:spPr>
          <a:xfrm>
            <a:off x="2509500" y="2673955"/>
            <a:ext cx="11929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불러오기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6F77BB1-C108-9460-59C7-42F5D0B0E91A}"/>
              </a:ext>
            </a:extLst>
          </p:cNvPr>
          <p:cNvSpPr/>
          <p:nvPr/>
        </p:nvSpPr>
        <p:spPr>
          <a:xfrm>
            <a:off x="6004371" y="4737061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11A6C11-9247-93C7-AECB-A570F27D6991}"/>
              </a:ext>
            </a:extLst>
          </p:cNvPr>
          <p:cNvSpPr txBox="1"/>
          <p:nvPr/>
        </p:nvSpPr>
        <p:spPr>
          <a:xfrm>
            <a:off x="6212132" y="475623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39DE448-4289-0E8A-7562-22AA697F1EAA}"/>
              </a:ext>
            </a:extLst>
          </p:cNvPr>
          <p:cNvSpPr/>
          <p:nvPr/>
        </p:nvSpPr>
        <p:spPr>
          <a:xfrm>
            <a:off x="6842166" y="4734099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3A0CA04-1AF4-92A2-EFEE-BED9C95DB0FE}"/>
              </a:ext>
            </a:extLst>
          </p:cNvPr>
          <p:cNvSpPr txBox="1"/>
          <p:nvPr/>
        </p:nvSpPr>
        <p:spPr>
          <a:xfrm>
            <a:off x="7052327" y="4751354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6A9BF3B5-3184-C9CA-4D3D-3D0378ECCDAB}"/>
              </a:ext>
            </a:extLst>
          </p:cNvPr>
          <p:cNvSpPr/>
          <p:nvPr/>
        </p:nvSpPr>
        <p:spPr>
          <a:xfrm>
            <a:off x="6651222" y="3327346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888818F2-32C4-5D59-E42B-C66C19F3DEA6}"/>
              </a:ext>
            </a:extLst>
          </p:cNvPr>
          <p:cNvSpPr/>
          <p:nvPr/>
        </p:nvSpPr>
        <p:spPr>
          <a:xfrm>
            <a:off x="6966051" y="479448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5F5111D2-05C0-5DD8-250A-EA252AB1BCB2}"/>
              </a:ext>
            </a:extLst>
          </p:cNvPr>
          <p:cNvSpPr/>
          <p:nvPr/>
        </p:nvSpPr>
        <p:spPr>
          <a:xfrm>
            <a:off x="6116660" y="479448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859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3B304-CFD9-BE68-AFA0-E89F7484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CC87C08-E02A-CC91-9062-A77FF3E8B42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불러오기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37A5587-9BDB-8516-1461-5A6C4F8646B6}"/>
              </a:ext>
            </a:extLst>
          </p:cNvPr>
          <p:cNvGraphicFramePr>
            <a:graphicFrameLocks noGrp="1"/>
          </p:cNvGraphicFramePr>
          <p:nvPr/>
        </p:nvGraphicFramePr>
        <p:xfrm>
          <a:off x="9755558" y="0"/>
          <a:ext cx="2436441" cy="3024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질의로그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가능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110391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선택한 질의로그가 질의로그 목록에 출력됨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선택 체크박스가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개 이상 체크 되어있을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99513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닫히고 질의로그 목록에 아무것도 추가되지 않은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7FB568B5-6B3A-A3DA-69CC-AB8396B2997D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5D9D587-565A-B02F-6626-F49F68766500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7C24717-1E22-B6A5-019C-A30F256AA0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EC14702-0390-5DE7-2490-1FCEBAE3E238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9A7528-9C6A-21FC-A536-FC2F79F8E18D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7A7873-5A2A-08C9-F478-8D5645DA67EE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7EFA23-AFC8-6CAA-2AEC-C301299F2248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A7F7DF-515F-1EB4-7EBF-F16773E19806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B4DF78-F8AD-89FD-129A-56A0371D441F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7DCD8AB-129F-BEC9-289D-33CCD5C99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E1F27D-D510-CACB-AB2F-F9E76C50EA91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22FAF78-82CA-D4E9-FE59-C075C8ECCA07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96F9731-D8C8-DEA0-C7AE-8F77AB1F13E6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C4A14F-9D41-BC55-9F5B-8DC11148DDBC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3650EC7-F683-AF19-6C8A-208499A534B6}"/>
              </a:ext>
            </a:extLst>
          </p:cNvPr>
          <p:cNvGraphicFramePr>
            <a:graphicFrameLocks noGrp="1"/>
          </p:cNvGraphicFramePr>
          <p:nvPr/>
        </p:nvGraphicFramePr>
        <p:xfrm>
          <a:off x="1743170" y="3158170"/>
          <a:ext cx="6159165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31833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Hmall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7CD76BAE-946A-331D-CA97-EA6FB979D191}"/>
              </a:ext>
            </a:extLst>
          </p:cNvPr>
          <p:cNvGrpSpPr/>
          <p:nvPr/>
        </p:nvGrpSpPr>
        <p:grpSpPr>
          <a:xfrm>
            <a:off x="2148742" y="2451156"/>
            <a:ext cx="712649" cy="235034"/>
            <a:chOff x="2148742" y="2451156"/>
            <a:chExt cx="712649" cy="235034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56A0276-F7FE-5A53-B4AB-67B247180263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DA4239A-5B87-8DAA-68AD-AA9012AFAF2E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05776E6-D854-2B40-A769-DE2492E76E7F}"/>
              </a:ext>
            </a:extLst>
          </p:cNvPr>
          <p:cNvGrpSpPr/>
          <p:nvPr/>
        </p:nvGrpSpPr>
        <p:grpSpPr>
          <a:xfrm>
            <a:off x="1412242" y="2447109"/>
            <a:ext cx="712649" cy="352667"/>
            <a:chOff x="1412242" y="2447109"/>
            <a:chExt cx="712649" cy="352667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F701A589-DF8D-5E7C-FF82-B67E22961321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84EDD03-FFE3-F20D-2797-64220109BF41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24CCCFA4-4EB2-2827-D600-38BA638C8D08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1EDD4F-27E0-BF9E-E4F9-B59BE981AFC0}"/>
              </a:ext>
            </a:extLst>
          </p:cNvPr>
          <p:cNvSpPr/>
          <p:nvPr/>
        </p:nvSpPr>
        <p:spPr>
          <a:xfrm>
            <a:off x="570067" y="1689629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CBFAFF9-AE2A-1405-5137-357AEE781FFF}"/>
              </a:ext>
            </a:extLst>
          </p:cNvPr>
          <p:cNvSpPr/>
          <p:nvPr/>
        </p:nvSpPr>
        <p:spPr>
          <a:xfrm>
            <a:off x="7266608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11CB2E-7637-319F-8FB3-7B0216B242EF}"/>
              </a:ext>
            </a:extLst>
          </p:cNvPr>
          <p:cNvSpPr txBox="1"/>
          <p:nvPr/>
        </p:nvSpPr>
        <p:spPr>
          <a:xfrm>
            <a:off x="7374171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8FA820-F494-2C6E-395A-729E8E534705}"/>
              </a:ext>
            </a:extLst>
          </p:cNvPr>
          <p:cNvSpPr txBox="1"/>
          <p:nvPr/>
        </p:nvSpPr>
        <p:spPr>
          <a:xfrm>
            <a:off x="7235433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2459092-25F8-EDB1-A4FE-D91E1810429E}"/>
              </a:ext>
            </a:extLst>
          </p:cNvPr>
          <p:cNvGrpSpPr/>
          <p:nvPr/>
        </p:nvGrpSpPr>
        <p:grpSpPr>
          <a:xfrm>
            <a:off x="3045727" y="2451156"/>
            <a:ext cx="712649" cy="235034"/>
            <a:chOff x="2148742" y="2451156"/>
            <a:chExt cx="712649" cy="23503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0792E67-63BF-FEE1-7553-FAFE0DA06A3E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DC50C1-FDF1-1003-65E8-2EC390997B46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0B864B7-41B3-63CC-6744-E44B097C83E4}"/>
              </a:ext>
            </a:extLst>
          </p:cNvPr>
          <p:cNvGrpSpPr/>
          <p:nvPr/>
        </p:nvGrpSpPr>
        <p:grpSpPr>
          <a:xfrm>
            <a:off x="2309227" y="2447109"/>
            <a:ext cx="712649" cy="352667"/>
            <a:chOff x="1412242" y="2447109"/>
            <a:chExt cx="712649" cy="352667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E74E1C2-554D-552F-AACC-1E318C7D1C32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095072-D83D-D9FE-A9ED-F1404751C3AC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9D84CA8C-C4E5-FA4A-66BD-08CC8D62F133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9A0CEA-9C3C-8416-9E42-049BED04ACD2}"/>
              </a:ext>
            </a:extLst>
          </p:cNvPr>
          <p:cNvSpPr/>
          <p:nvPr/>
        </p:nvSpPr>
        <p:spPr>
          <a:xfrm>
            <a:off x="2233490" y="2298555"/>
            <a:ext cx="5608991" cy="2771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88E643CF-595A-DDBD-8B63-455A45648954}"/>
              </a:ext>
            </a:extLst>
          </p:cNvPr>
          <p:cNvGraphicFramePr>
            <a:graphicFrameLocks noGrp="1"/>
          </p:cNvGraphicFramePr>
          <p:nvPr/>
        </p:nvGraphicFramePr>
        <p:xfrm>
          <a:off x="2579192" y="3022857"/>
          <a:ext cx="4927332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31833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선택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신성통상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2026-01-20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신성통상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2026-01-20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유비케어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sp>
        <p:nvSpPr>
          <p:cNvPr id="79" name="액자 78">
            <a:extLst>
              <a:ext uri="{FF2B5EF4-FFF2-40B4-BE49-F238E27FC236}">
                <a16:creationId xmlns:a16="http://schemas.microsoft.com/office/drawing/2014/main" id="{62E69A0C-BAAA-80BB-E781-F3A652CBE4D2}"/>
              </a:ext>
            </a:extLst>
          </p:cNvPr>
          <p:cNvSpPr/>
          <p:nvPr/>
        </p:nvSpPr>
        <p:spPr>
          <a:xfrm>
            <a:off x="6818812" y="333465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액자 79">
            <a:extLst>
              <a:ext uri="{FF2B5EF4-FFF2-40B4-BE49-F238E27FC236}">
                <a16:creationId xmlns:a16="http://schemas.microsoft.com/office/drawing/2014/main" id="{CA43DE51-6129-8A7F-43F4-1748331E9A68}"/>
              </a:ext>
            </a:extLst>
          </p:cNvPr>
          <p:cNvSpPr/>
          <p:nvPr/>
        </p:nvSpPr>
        <p:spPr>
          <a:xfrm>
            <a:off x="6818812" y="3670635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1" name="액자 80">
            <a:extLst>
              <a:ext uri="{FF2B5EF4-FFF2-40B4-BE49-F238E27FC236}">
                <a16:creationId xmlns:a16="http://schemas.microsoft.com/office/drawing/2014/main" id="{56E689A1-79D2-71BD-1AD6-0A8308D31D1E}"/>
              </a:ext>
            </a:extLst>
          </p:cNvPr>
          <p:cNvSpPr/>
          <p:nvPr/>
        </p:nvSpPr>
        <p:spPr>
          <a:xfrm>
            <a:off x="6818811" y="3984585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5F13CD-5ECC-86B2-A5C7-78C55D1000F3}"/>
              </a:ext>
            </a:extLst>
          </p:cNvPr>
          <p:cNvSpPr txBox="1"/>
          <p:nvPr/>
        </p:nvSpPr>
        <p:spPr>
          <a:xfrm>
            <a:off x="2509500" y="2673955"/>
            <a:ext cx="11929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불러오기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A86F2E6E-12E7-C278-9E17-A21BE47C9C62}"/>
              </a:ext>
            </a:extLst>
          </p:cNvPr>
          <p:cNvSpPr/>
          <p:nvPr/>
        </p:nvSpPr>
        <p:spPr>
          <a:xfrm>
            <a:off x="6004371" y="4737061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E7189D-1B1B-AFFF-40D1-18DA100CC58E}"/>
              </a:ext>
            </a:extLst>
          </p:cNvPr>
          <p:cNvSpPr txBox="1"/>
          <p:nvPr/>
        </p:nvSpPr>
        <p:spPr>
          <a:xfrm>
            <a:off x="6212132" y="475623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1531AC0E-86D7-4168-6648-13550EF932CD}"/>
              </a:ext>
            </a:extLst>
          </p:cNvPr>
          <p:cNvSpPr/>
          <p:nvPr/>
        </p:nvSpPr>
        <p:spPr>
          <a:xfrm>
            <a:off x="6842166" y="4734099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017C18-7C26-9C1F-4E7A-168E44382984}"/>
              </a:ext>
            </a:extLst>
          </p:cNvPr>
          <p:cNvSpPr txBox="1"/>
          <p:nvPr/>
        </p:nvSpPr>
        <p:spPr>
          <a:xfrm>
            <a:off x="7052327" y="4751354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7398718E-C69A-B731-704A-F28C619CFB31}"/>
              </a:ext>
            </a:extLst>
          </p:cNvPr>
          <p:cNvSpPr/>
          <p:nvPr/>
        </p:nvSpPr>
        <p:spPr>
          <a:xfrm>
            <a:off x="6651222" y="3327346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E9297062-8181-777C-0094-538C4454D883}"/>
              </a:ext>
            </a:extLst>
          </p:cNvPr>
          <p:cNvSpPr/>
          <p:nvPr/>
        </p:nvSpPr>
        <p:spPr>
          <a:xfrm>
            <a:off x="6966051" y="479448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C0D4FBAA-7EB6-0535-5549-A17147768BAF}"/>
              </a:ext>
            </a:extLst>
          </p:cNvPr>
          <p:cNvSpPr/>
          <p:nvPr/>
        </p:nvSpPr>
        <p:spPr>
          <a:xfrm>
            <a:off x="6116660" y="479448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3673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708D7-6744-CF9F-54AF-6AB719C9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E4F2005-FBFF-0B68-2D47-44093E288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75481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실행하기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15B74BD-E2D5-C941-C835-338C3D0E6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221464"/>
              </p:ext>
            </p:extLst>
          </p:nvPr>
        </p:nvGraphicFramePr>
        <p:xfrm>
          <a:off x="9755558" y="0"/>
          <a:ext cx="2436441" cy="4486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기반사전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형태소분석기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4283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숫자 입력 시 검색횟수 하한선이 해당 숫자로 설정됨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013573"/>
                  </a:ext>
                </a:extLst>
              </a:tr>
              <a:tr h="110391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실행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옵션별 값이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개 이상 선택 되어있을 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입력창에 숫자가 입력되어 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99513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350BBF57-6AE5-F5AB-AE67-B12FBF5DF720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ABC3803-2279-7618-117E-289A931ED73C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3C6DC72-B8E7-066F-13DE-1626F76B7B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B520EAC5-B350-916B-953B-C357A414704B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CD2DB6-91ED-D89A-6702-6AABC48912BD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BFDDE7-8AEE-FA76-C1CA-DF0A33F91272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190162-375C-001A-85F6-D2F3F9E4AE44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1AD1CE-681D-E265-3861-F3B3777E304F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7D249D-9A65-D9A5-09DD-2A838151DADA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0060692-E941-5A24-35A6-D6CA0BC59B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2A1413-28AF-BFBF-42A1-8C90A5AFF741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702FA4C-37EA-9B58-A5EE-B0ABDE1055A0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0617B5F-A6AE-F42D-5FC9-827DB4C3AD77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73F95-501F-8004-0B1E-F722C016C33B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B2F5A2F7-9CEF-C000-0A85-645A99BA965A}"/>
              </a:ext>
            </a:extLst>
          </p:cNvPr>
          <p:cNvGraphicFramePr>
            <a:graphicFrameLocks noGrp="1"/>
          </p:cNvGraphicFramePr>
          <p:nvPr/>
        </p:nvGraphicFramePr>
        <p:xfrm>
          <a:off x="1743170" y="3158170"/>
          <a:ext cx="6159165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31833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Hmall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grpSp>
        <p:nvGrpSpPr>
          <p:cNvPr id="68" name="그룹 67">
            <a:extLst>
              <a:ext uri="{FF2B5EF4-FFF2-40B4-BE49-F238E27FC236}">
                <a16:creationId xmlns:a16="http://schemas.microsoft.com/office/drawing/2014/main" id="{878E95F9-9569-11E1-BA33-F41A0E9EEB54}"/>
              </a:ext>
            </a:extLst>
          </p:cNvPr>
          <p:cNvGrpSpPr/>
          <p:nvPr/>
        </p:nvGrpSpPr>
        <p:grpSpPr>
          <a:xfrm>
            <a:off x="6604763" y="2843706"/>
            <a:ext cx="632066" cy="230777"/>
            <a:chOff x="6604763" y="2843706"/>
            <a:chExt cx="632066" cy="230777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AEA568AB-2814-67F1-4479-CFB9E0F009E7}"/>
                </a:ext>
              </a:extLst>
            </p:cNvPr>
            <p:cNvSpPr/>
            <p:nvPr/>
          </p:nvSpPr>
          <p:spPr>
            <a:xfrm>
              <a:off x="6604763" y="2843706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5CB726F-B792-5C9B-2E10-27B9FE07C585}"/>
                </a:ext>
              </a:extLst>
            </p:cNvPr>
            <p:cNvSpPr txBox="1"/>
            <p:nvPr/>
          </p:nvSpPr>
          <p:spPr>
            <a:xfrm>
              <a:off x="6712326" y="2859039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불러오기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76AD28-AA26-360A-2BA9-3A3A37FA1289}"/>
              </a:ext>
            </a:extLst>
          </p:cNvPr>
          <p:cNvGrpSpPr/>
          <p:nvPr/>
        </p:nvGrpSpPr>
        <p:grpSpPr>
          <a:xfrm>
            <a:off x="7287695" y="2848061"/>
            <a:ext cx="600891" cy="227816"/>
            <a:chOff x="7287695" y="2848061"/>
            <a:chExt cx="600891" cy="227816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4726B9FA-40C5-C5BB-EC54-B91C5C7CD093}"/>
                </a:ext>
              </a:extLst>
            </p:cNvPr>
            <p:cNvSpPr/>
            <p:nvPr/>
          </p:nvSpPr>
          <p:spPr>
            <a:xfrm>
              <a:off x="7287695" y="284806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64D6868-7C58-7827-DA06-62D9A45DC049}"/>
                </a:ext>
              </a:extLst>
            </p:cNvPr>
            <p:cNvSpPr txBox="1"/>
            <p:nvPr/>
          </p:nvSpPr>
          <p:spPr>
            <a:xfrm>
              <a:off x="7344392" y="2860433"/>
              <a:ext cx="54213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내보내기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F476EE0A-4C73-304D-DE48-4E2A32D23E4B}"/>
              </a:ext>
            </a:extLst>
          </p:cNvPr>
          <p:cNvGrpSpPr/>
          <p:nvPr/>
        </p:nvGrpSpPr>
        <p:grpSpPr>
          <a:xfrm>
            <a:off x="2148742" y="2451156"/>
            <a:ext cx="712649" cy="235034"/>
            <a:chOff x="2148742" y="2451156"/>
            <a:chExt cx="712649" cy="235034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7DFFCE3-AC61-B390-1EF0-60DC94CBD0D5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E4421E3-7499-7E21-E04F-DFE93C69BB78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0B0551B-F724-1972-677A-53289A24462F}"/>
              </a:ext>
            </a:extLst>
          </p:cNvPr>
          <p:cNvGrpSpPr/>
          <p:nvPr/>
        </p:nvGrpSpPr>
        <p:grpSpPr>
          <a:xfrm>
            <a:off x="1412242" y="2447109"/>
            <a:ext cx="712649" cy="352667"/>
            <a:chOff x="1412242" y="2447109"/>
            <a:chExt cx="712649" cy="352667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5390600-32F3-69C0-AFE7-D13DE3E22F11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D29924A-99F8-2691-DEF9-18CCE156A94D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D7F3D58-0B86-CAF7-4848-598DBEDC406C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4E1529-BF55-68B0-39F6-B1F42CC8040B}"/>
              </a:ext>
            </a:extLst>
          </p:cNvPr>
          <p:cNvSpPr/>
          <p:nvPr/>
        </p:nvSpPr>
        <p:spPr>
          <a:xfrm>
            <a:off x="570067" y="1688237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BF0E548-7D9D-BAB0-C3F6-F3EE5C104398}"/>
              </a:ext>
            </a:extLst>
          </p:cNvPr>
          <p:cNvGrpSpPr/>
          <p:nvPr/>
        </p:nvGrpSpPr>
        <p:grpSpPr>
          <a:xfrm>
            <a:off x="3951447" y="1990106"/>
            <a:ext cx="712649" cy="235034"/>
            <a:chOff x="2148742" y="2451156"/>
            <a:chExt cx="712649" cy="23503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AA6A530-A7F4-C8E7-C6CD-0B8822A2572B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213F264-D60D-059B-2CE9-929C09D33D80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AC0CC13-A3B0-6D71-2386-27FBDD3D7B4C}"/>
              </a:ext>
            </a:extLst>
          </p:cNvPr>
          <p:cNvGrpSpPr/>
          <p:nvPr/>
        </p:nvGrpSpPr>
        <p:grpSpPr>
          <a:xfrm>
            <a:off x="3214947" y="1986059"/>
            <a:ext cx="712649" cy="352667"/>
            <a:chOff x="1412242" y="2447109"/>
            <a:chExt cx="712649" cy="352667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7CB019A-EB8D-FA4C-8F81-C84D9920511F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70FF358-E45C-179F-6DF9-ADBFAF113DCE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B8A6264-FEEE-061B-D33C-B7C94DFB3F8C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524AE1-AE21-6756-1B3B-B9E71E5AAEAE}"/>
              </a:ext>
            </a:extLst>
          </p:cNvPr>
          <p:cNvSpPr/>
          <p:nvPr/>
        </p:nvSpPr>
        <p:spPr>
          <a:xfrm>
            <a:off x="3139211" y="1837505"/>
            <a:ext cx="3412903" cy="333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2EC14B-0340-D035-75DE-2B1F915182C7}"/>
              </a:ext>
            </a:extLst>
          </p:cNvPr>
          <p:cNvSpPr txBox="1"/>
          <p:nvPr/>
        </p:nvSpPr>
        <p:spPr>
          <a:xfrm>
            <a:off x="3283541" y="2012151"/>
            <a:ext cx="1072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전처리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 실행하기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D6AB85A3-F96A-5671-EC1E-ECC7FE6B8EED}"/>
              </a:ext>
            </a:extLst>
          </p:cNvPr>
          <p:cNvSpPr/>
          <p:nvPr/>
        </p:nvSpPr>
        <p:spPr>
          <a:xfrm>
            <a:off x="4766964" y="4755729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96B9B8-28E3-C0C5-B7B2-F14ABA4B1209}"/>
              </a:ext>
            </a:extLst>
          </p:cNvPr>
          <p:cNvSpPr txBox="1"/>
          <p:nvPr/>
        </p:nvSpPr>
        <p:spPr>
          <a:xfrm>
            <a:off x="4974725" y="4774900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B0078AD4-B053-E016-CBAB-38A3F51373B4}"/>
              </a:ext>
            </a:extLst>
          </p:cNvPr>
          <p:cNvSpPr/>
          <p:nvPr/>
        </p:nvSpPr>
        <p:spPr>
          <a:xfrm>
            <a:off x="5604759" y="4752767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B0748F9-A368-9AB1-2756-CDE5E66F6053}"/>
              </a:ext>
            </a:extLst>
          </p:cNvPr>
          <p:cNvSpPr txBox="1"/>
          <p:nvPr/>
        </p:nvSpPr>
        <p:spPr>
          <a:xfrm>
            <a:off x="5814920" y="477002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CA04717F-3C92-AEB5-A09C-591C9D53842B}"/>
              </a:ext>
            </a:extLst>
          </p:cNvPr>
          <p:cNvSpPr/>
          <p:nvPr/>
        </p:nvSpPr>
        <p:spPr>
          <a:xfrm>
            <a:off x="5728644" y="481315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8E046964-418A-08EB-9BB3-54184BB3E282}"/>
              </a:ext>
            </a:extLst>
          </p:cNvPr>
          <p:cNvSpPr/>
          <p:nvPr/>
        </p:nvSpPr>
        <p:spPr>
          <a:xfrm>
            <a:off x="4879253" y="481315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D05A01-48EC-72E0-0BD2-A631DC211089}"/>
              </a:ext>
            </a:extLst>
          </p:cNvPr>
          <p:cNvSpPr txBox="1"/>
          <p:nvPr/>
        </p:nvSpPr>
        <p:spPr>
          <a:xfrm>
            <a:off x="5069666" y="3511135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검색횟수 </a:t>
            </a:r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기준값</a:t>
            </a:r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 설정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F0F70E-79AB-4997-8F34-8B31D62F18FB}"/>
              </a:ext>
            </a:extLst>
          </p:cNvPr>
          <p:cNvSpPr/>
          <p:nvPr/>
        </p:nvSpPr>
        <p:spPr>
          <a:xfrm>
            <a:off x="5191247" y="3804589"/>
            <a:ext cx="522107" cy="19296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3363C1-5781-80BB-BC8F-DF9892BBE4BA}"/>
              </a:ext>
            </a:extLst>
          </p:cNvPr>
          <p:cNvSpPr txBox="1"/>
          <p:nvPr/>
        </p:nvSpPr>
        <p:spPr>
          <a:xfrm>
            <a:off x="5329031" y="3794042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500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0C71D8-459E-9ACA-24AE-08193082A974}"/>
              </a:ext>
            </a:extLst>
          </p:cNvPr>
          <p:cNvSpPr txBox="1"/>
          <p:nvPr/>
        </p:nvSpPr>
        <p:spPr>
          <a:xfrm>
            <a:off x="3306094" y="2421600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기반사전 선택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A2A4F90-DCC6-71FF-7409-B9963AA3E146}"/>
              </a:ext>
            </a:extLst>
          </p:cNvPr>
          <p:cNvSpPr/>
          <p:nvPr/>
        </p:nvSpPr>
        <p:spPr>
          <a:xfrm>
            <a:off x="3405052" y="2715816"/>
            <a:ext cx="1035702" cy="148975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액자 30">
            <a:extLst>
              <a:ext uri="{FF2B5EF4-FFF2-40B4-BE49-F238E27FC236}">
                <a16:creationId xmlns:a16="http://schemas.microsoft.com/office/drawing/2014/main" id="{7220F4D3-DA16-0508-A9B0-CF96DFBC7566}"/>
              </a:ext>
            </a:extLst>
          </p:cNvPr>
          <p:cNvSpPr/>
          <p:nvPr/>
        </p:nvSpPr>
        <p:spPr>
          <a:xfrm>
            <a:off x="3485051" y="2830847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335B0F-C0F6-9E89-5174-74C0650B6E31}"/>
              </a:ext>
            </a:extLst>
          </p:cNvPr>
          <p:cNvSpPr txBox="1"/>
          <p:nvPr/>
        </p:nvSpPr>
        <p:spPr>
          <a:xfrm>
            <a:off x="3578370" y="2765448"/>
            <a:ext cx="777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Hmall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42" name="액자 41">
            <a:extLst>
              <a:ext uri="{FF2B5EF4-FFF2-40B4-BE49-F238E27FC236}">
                <a16:creationId xmlns:a16="http://schemas.microsoft.com/office/drawing/2014/main" id="{6E8B4516-8B06-321D-1F15-F961EA26082B}"/>
              </a:ext>
            </a:extLst>
          </p:cNvPr>
          <p:cNvSpPr/>
          <p:nvPr/>
        </p:nvSpPr>
        <p:spPr>
          <a:xfrm>
            <a:off x="3488392" y="3097915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9265B6-458E-623D-A406-CC8BE6FF819E}"/>
              </a:ext>
            </a:extLst>
          </p:cNvPr>
          <p:cNvSpPr txBox="1"/>
          <p:nvPr/>
        </p:nvSpPr>
        <p:spPr>
          <a:xfrm>
            <a:off x="3581711" y="3032516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epost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44" name="액자 43">
            <a:extLst>
              <a:ext uri="{FF2B5EF4-FFF2-40B4-BE49-F238E27FC236}">
                <a16:creationId xmlns:a16="http://schemas.microsoft.com/office/drawing/2014/main" id="{6580626F-ECED-FAF0-750F-9115A4895AB5}"/>
              </a:ext>
            </a:extLst>
          </p:cNvPr>
          <p:cNvSpPr/>
          <p:nvPr/>
        </p:nvSpPr>
        <p:spPr>
          <a:xfrm>
            <a:off x="3485051" y="3353833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E2E970-EC3E-95FD-C619-FF810CEDC145}"/>
              </a:ext>
            </a:extLst>
          </p:cNvPr>
          <p:cNvSpPr txBox="1"/>
          <p:nvPr/>
        </p:nvSpPr>
        <p:spPr>
          <a:xfrm>
            <a:off x="3578370" y="3288434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신성통상</a:t>
            </a:r>
          </a:p>
        </p:txBody>
      </p:sp>
      <p:sp>
        <p:nvSpPr>
          <p:cNvPr id="46" name="액자 45">
            <a:extLst>
              <a:ext uri="{FF2B5EF4-FFF2-40B4-BE49-F238E27FC236}">
                <a16:creationId xmlns:a16="http://schemas.microsoft.com/office/drawing/2014/main" id="{C48ED807-B06D-4BF8-242C-E2E0DDEDBACE}"/>
              </a:ext>
            </a:extLst>
          </p:cNvPr>
          <p:cNvSpPr/>
          <p:nvPr/>
        </p:nvSpPr>
        <p:spPr>
          <a:xfrm>
            <a:off x="3488392" y="3616314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E43A18-6BEC-1C72-35B1-BC8626579171}"/>
              </a:ext>
            </a:extLst>
          </p:cNvPr>
          <p:cNvSpPr txBox="1"/>
          <p:nvPr/>
        </p:nvSpPr>
        <p:spPr>
          <a:xfrm>
            <a:off x="3581711" y="3550915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갤러리아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48" name="액자 47">
            <a:extLst>
              <a:ext uri="{FF2B5EF4-FFF2-40B4-BE49-F238E27FC236}">
                <a16:creationId xmlns:a16="http://schemas.microsoft.com/office/drawing/2014/main" id="{BCFDBA42-446C-65E4-E0A9-7945BB34FF6F}"/>
              </a:ext>
            </a:extLst>
          </p:cNvPr>
          <p:cNvSpPr/>
          <p:nvPr/>
        </p:nvSpPr>
        <p:spPr>
          <a:xfrm>
            <a:off x="3484819" y="3872772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BE63AD-A486-DB95-2B08-AE0EA23D828C}"/>
              </a:ext>
            </a:extLst>
          </p:cNvPr>
          <p:cNvSpPr txBox="1"/>
          <p:nvPr/>
        </p:nvSpPr>
        <p:spPr>
          <a:xfrm>
            <a:off x="3578138" y="3807373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더현대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87121F-0FFF-5B14-592C-125AEE3DBB7F}"/>
              </a:ext>
            </a:extLst>
          </p:cNvPr>
          <p:cNvSpPr txBox="1"/>
          <p:nvPr/>
        </p:nvSpPr>
        <p:spPr>
          <a:xfrm>
            <a:off x="5047805" y="2417630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형태소 분석기 선택</a:t>
            </a:r>
          </a:p>
        </p:txBody>
      </p:sp>
      <p:sp>
        <p:nvSpPr>
          <p:cNvPr id="52" name="액자 51">
            <a:extLst>
              <a:ext uri="{FF2B5EF4-FFF2-40B4-BE49-F238E27FC236}">
                <a16:creationId xmlns:a16="http://schemas.microsoft.com/office/drawing/2014/main" id="{B819DB1D-8577-DB39-145F-FE40EEF2997F}"/>
              </a:ext>
            </a:extLst>
          </p:cNvPr>
          <p:cNvSpPr/>
          <p:nvPr/>
        </p:nvSpPr>
        <p:spPr>
          <a:xfrm>
            <a:off x="5135297" y="2766456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E66697-AB77-7465-D18B-C52194D53877}"/>
              </a:ext>
            </a:extLst>
          </p:cNvPr>
          <p:cNvSpPr txBox="1"/>
          <p:nvPr/>
        </p:nvSpPr>
        <p:spPr>
          <a:xfrm>
            <a:off x="5228616" y="2701057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cotton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55" name="액자 54">
            <a:extLst>
              <a:ext uri="{FF2B5EF4-FFF2-40B4-BE49-F238E27FC236}">
                <a16:creationId xmlns:a16="http://schemas.microsoft.com/office/drawing/2014/main" id="{8AACDF5D-EAA9-2E23-28DE-C0D28938CDFE}"/>
              </a:ext>
            </a:extLst>
          </p:cNvPr>
          <p:cNvSpPr/>
          <p:nvPr/>
        </p:nvSpPr>
        <p:spPr>
          <a:xfrm>
            <a:off x="5135297" y="3014502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112B01-A5C6-E588-67F3-B1F8AA1DF8D1}"/>
              </a:ext>
            </a:extLst>
          </p:cNvPr>
          <p:cNvSpPr txBox="1"/>
          <p:nvPr/>
        </p:nvSpPr>
        <p:spPr>
          <a:xfrm>
            <a:off x="5228616" y="2949103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full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AA5982B-1115-0294-845D-D6387B11F2D4}"/>
              </a:ext>
            </a:extLst>
          </p:cNvPr>
          <p:cNvSpPr/>
          <p:nvPr/>
        </p:nvSpPr>
        <p:spPr>
          <a:xfrm>
            <a:off x="4947041" y="275110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E3A02248-D318-1698-74C6-18DAE868A1EB}"/>
              </a:ext>
            </a:extLst>
          </p:cNvPr>
          <p:cNvSpPr/>
          <p:nvPr/>
        </p:nvSpPr>
        <p:spPr>
          <a:xfrm>
            <a:off x="5019682" y="3844418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67229350-C5B1-84C7-AB61-B70CCB22CDFC}"/>
              </a:ext>
            </a:extLst>
          </p:cNvPr>
          <p:cNvSpPr/>
          <p:nvPr/>
        </p:nvSpPr>
        <p:spPr>
          <a:xfrm>
            <a:off x="3280115" y="2807258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01EE801-D600-53E4-A654-19B0E94B27E7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43076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70DCB-5E41-378F-2303-7CA9B6E0D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0072AE5-4908-4216-6EBD-97B9910A7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331741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내보내기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6E48E4C-EBF7-F480-AD0A-8D979B5D7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624517"/>
              </p:ext>
            </p:extLst>
          </p:nvPr>
        </p:nvGraphicFramePr>
        <p:xfrm>
          <a:off x="9755558" y="0"/>
          <a:ext cx="2436441" cy="3755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숫자 입력하여 분할 개수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n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값 설정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선택 버튼 클릭 시 파일 저장 경로 선택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경로 선택 후 좌측에 지정한 경로명이 출력됨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428379"/>
                  </a:ext>
                </a:extLst>
              </a:tr>
              <a:tr h="110391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파일 로컬 다운로드 완료됨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입력창에 숫자가 입력되어 있을 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저장 경로를 설정 완료했을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99513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C38D0070-02A3-FAB1-ECA3-692758B81273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AF76A97-D483-CFCD-CF49-27E08CC1AC34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BFFC1A2-DB1E-EC97-EDE5-2E766ED88B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8ADA89B6-A383-B398-B7A6-048B75BB47E9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C0D2CC-E2B1-B6AD-8E25-45129DC48F98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062C74-B09B-6EBD-EF21-F34E204AFD2F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DAFDCB-6975-DF7E-3E46-D3822834E29F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EAFBD7-7099-3665-9A90-6F3487B6148E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E01DC2-FDA2-DB66-948D-46E5A04C58D3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9CF79B2-8979-A983-A8E6-5A7DE1926A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A4DD47-85B0-71FB-C6B4-C3136319205E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2693BF1-25A1-A093-7426-DD921B74A03A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F60A722-287E-4E1D-A034-4A2FC8353638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339A5B-9BEB-5411-0A32-ADB5A00519A2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D51C867-1E9C-7458-F642-7F1D66770B89}"/>
              </a:ext>
            </a:extLst>
          </p:cNvPr>
          <p:cNvGraphicFramePr>
            <a:graphicFrameLocks noGrp="1"/>
          </p:cNvGraphicFramePr>
          <p:nvPr/>
        </p:nvGraphicFramePr>
        <p:xfrm>
          <a:off x="1743170" y="3158170"/>
          <a:ext cx="6159165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31833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Hmall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grpSp>
        <p:nvGrpSpPr>
          <p:cNvPr id="68" name="그룹 67">
            <a:extLst>
              <a:ext uri="{FF2B5EF4-FFF2-40B4-BE49-F238E27FC236}">
                <a16:creationId xmlns:a16="http://schemas.microsoft.com/office/drawing/2014/main" id="{B5F25050-AD62-87FC-158E-C1D0FBB50C55}"/>
              </a:ext>
            </a:extLst>
          </p:cNvPr>
          <p:cNvGrpSpPr/>
          <p:nvPr/>
        </p:nvGrpSpPr>
        <p:grpSpPr>
          <a:xfrm>
            <a:off x="6604763" y="2843706"/>
            <a:ext cx="632066" cy="230777"/>
            <a:chOff x="6604763" y="2843706"/>
            <a:chExt cx="632066" cy="230777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1FDEC9F0-8F90-28A4-AD4E-CCE12F75DFBC}"/>
                </a:ext>
              </a:extLst>
            </p:cNvPr>
            <p:cNvSpPr/>
            <p:nvPr/>
          </p:nvSpPr>
          <p:spPr>
            <a:xfrm>
              <a:off x="6604763" y="2843706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AAFFDCC-5335-8613-DDD8-B41611524F0F}"/>
                </a:ext>
              </a:extLst>
            </p:cNvPr>
            <p:cNvSpPr txBox="1"/>
            <p:nvPr/>
          </p:nvSpPr>
          <p:spPr>
            <a:xfrm>
              <a:off x="6712326" y="2859039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불러오기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03A6884-9589-D11E-427C-2E88B2EC1C60}"/>
              </a:ext>
            </a:extLst>
          </p:cNvPr>
          <p:cNvGrpSpPr/>
          <p:nvPr/>
        </p:nvGrpSpPr>
        <p:grpSpPr>
          <a:xfrm>
            <a:off x="7287695" y="2848061"/>
            <a:ext cx="600891" cy="227816"/>
            <a:chOff x="7287695" y="2848061"/>
            <a:chExt cx="600891" cy="227816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24553181-5EB4-F8F3-E5F3-7048982B0537}"/>
                </a:ext>
              </a:extLst>
            </p:cNvPr>
            <p:cNvSpPr/>
            <p:nvPr/>
          </p:nvSpPr>
          <p:spPr>
            <a:xfrm>
              <a:off x="7287695" y="284806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B7454FC-2194-E25B-0152-51DC5C6C71C3}"/>
                </a:ext>
              </a:extLst>
            </p:cNvPr>
            <p:cNvSpPr txBox="1"/>
            <p:nvPr/>
          </p:nvSpPr>
          <p:spPr>
            <a:xfrm>
              <a:off x="7344392" y="2860433"/>
              <a:ext cx="54213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내보내기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78535F3D-77C4-2A81-A189-91264091FC11}"/>
              </a:ext>
            </a:extLst>
          </p:cNvPr>
          <p:cNvGrpSpPr/>
          <p:nvPr/>
        </p:nvGrpSpPr>
        <p:grpSpPr>
          <a:xfrm>
            <a:off x="2148742" y="2451156"/>
            <a:ext cx="712649" cy="235034"/>
            <a:chOff x="2148742" y="2451156"/>
            <a:chExt cx="712649" cy="235034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1C0CED32-2279-6E6F-478A-E8FDF2411750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9C6255A-BB33-FA0C-E7CD-090C8D906358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2017F159-4039-3A5A-C074-91A9D9E8E10D}"/>
              </a:ext>
            </a:extLst>
          </p:cNvPr>
          <p:cNvGrpSpPr/>
          <p:nvPr/>
        </p:nvGrpSpPr>
        <p:grpSpPr>
          <a:xfrm>
            <a:off x="1412242" y="2447109"/>
            <a:ext cx="712649" cy="352667"/>
            <a:chOff x="1412242" y="2447109"/>
            <a:chExt cx="712649" cy="352667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169B020B-B842-2F22-AE1E-2009B7A6A199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D42CEA7-935B-0E58-B37F-642BCAB9D873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D78F6313-5386-2639-897D-DC65B93ADF43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A82F61-BAC9-9853-0B38-94DB9C8F4BC1}"/>
              </a:ext>
            </a:extLst>
          </p:cNvPr>
          <p:cNvSpPr/>
          <p:nvPr/>
        </p:nvSpPr>
        <p:spPr>
          <a:xfrm>
            <a:off x="570067" y="1688237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60BD521-8C40-8329-D20C-BDA152FE16AD}"/>
              </a:ext>
            </a:extLst>
          </p:cNvPr>
          <p:cNvGrpSpPr/>
          <p:nvPr/>
        </p:nvGrpSpPr>
        <p:grpSpPr>
          <a:xfrm>
            <a:off x="3951447" y="1990106"/>
            <a:ext cx="712649" cy="235034"/>
            <a:chOff x="2148742" y="2451156"/>
            <a:chExt cx="712649" cy="23503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3E4765B-41FA-C4AF-F365-FF57325DDADB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98B4015-9DC6-43E9-8CAD-3AE83A9CE2F2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7769F4C-FE4F-B1D6-33F3-BE18EC6413BD}"/>
              </a:ext>
            </a:extLst>
          </p:cNvPr>
          <p:cNvGrpSpPr/>
          <p:nvPr/>
        </p:nvGrpSpPr>
        <p:grpSpPr>
          <a:xfrm>
            <a:off x="3214947" y="1986059"/>
            <a:ext cx="712649" cy="352667"/>
            <a:chOff x="1412242" y="2447109"/>
            <a:chExt cx="712649" cy="352667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311FF52-7580-5148-8BF8-6A9C3703B4D3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B89B2C3-3131-B4D7-03F2-8BDD8E3AA9DF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D9141CB-BBD6-2503-CDE2-30E7894FEE2E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DC63824-1AB8-AEE1-777D-5FAB6DFB3D19}"/>
              </a:ext>
            </a:extLst>
          </p:cNvPr>
          <p:cNvSpPr/>
          <p:nvPr/>
        </p:nvSpPr>
        <p:spPr>
          <a:xfrm>
            <a:off x="3139211" y="1837505"/>
            <a:ext cx="3412903" cy="333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07A930-7C5A-CCA5-A93D-82F2AEB91A94}"/>
              </a:ext>
            </a:extLst>
          </p:cNvPr>
          <p:cNvSpPr txBox="1"/>
          <p:nvPr/>
        </p:nvSpPr>
        <p:spPr>
          <a:xfrm>
            <a:off x="3283541" y="2012151"/>
            <a:ext cx="6655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내보내기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C9A745B0-6823-7F5A-C535-1BF47FED3A9E}"/>
              </a:ext>
            </a:extLst>
          </p:cNvPr>
          <p:cNvSpPr/>
          <p:nvPr/>
        </p:nvSpPr>
        <p:spPr>
          <a:xfrm>
            <a:off x="4766964" y="4755729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77575A-227C-E76E-1475-5646B39B3D15}"/>
              </a:ext>
            </a:extLst>
          </p:cNvPr>
          <p:cNvSpPr txBox="1"/>
          <p:nvPr/>
        </p:nvSpPr>
        <p:spPr>
          <a:xfrm>
            <a:off x="4974725" y="4774900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24D9B9D0-42EA-E83D-AB07-5F4E68AAEE64}"/>
              </a:ext>
            </a:extLst>
          </p:cNvPr>
          <p:cNvSpPr/>
          <p:nvPr/>
        </p:nvSpPr>
        <p:spPr>
          <a:xfrm>
            <a:off x="5604759" y="4752767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1D17706-DFA4-0CE9-2744-D9975F106571}"/>
              </a:ext>
            </a:extLst>
          </p:cNvPr>
          <p:cNvSpPr txBox="1"/>
          <p:nvPr/>
        </p:nvSpPr>
        <p:spPr>
          <a:xfrm>
            <a:off x="5814920" y="477002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B67FF5FC-F87F-4C38-101C-56AB0F4D7A53}"/>
              </a:ext>
            </a:extLst>
          </p:cNvPr>
          <p:cNvSpPr/>
          <p:nvPr/>
        </p:nvSpPr>
        <p:spPr>
          <a:xfrm>
            <a:off x="5728644" y="481315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FD3873D9-65FF-F227-B30F-C8C0B7C5AF5B}"/>
              </a:ext>
            </a:extLst>
          </p:cNvPr>
          <p:cNvSpPr/>
          <p:nvPr/>
        </p:nvSpPr>
        <p:spPr>
          <a:xfrm>
            <a:off x="4879253" y="481315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F66789-2FDD-9573-6A59-D21DE3049E07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2C6105-56E9-6F86-5F18-74EE7266F50B}"/>
              </a:ext>
            </a:extLst>
          </p:cNvPr>
          <p:cNvSpPr txBox="1"/>
          <p:nvPr/>
        </p:nvSpPr>
        <p:spPr>
          <a:xfrm>
            <a:off x="3307371" y="2400575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분할 개수</a:t>
            </a:r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(n)</a:t>
            </a:r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 설정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01377E-FC30-CD6D-BB6A-6C2A406F8F12}"/>
              </a:ext>
            </a:extLst>
          </p:cNvPr>
          <p:cNvSpPr/>
          <p:nvPr/>
        </p:nvSpPr>
        <p:spPr>
          <a:xfrm>
            <a:off x="3428952" y="2694029"/>
            <a:ext cx="522107" cy="19296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6A2DD9-4E07-C1D1-85E8-F11CC147708F}"/>
              </a:ext>
            </a:extLst>
          </p:cNvPr>
          <p:cNvSpPr txBox="1"/>
          <p:nvPr/>
        </p:nvSpPr>
        <p:spPr>
          <a:xfrm>
            <a:off x="3733548" y="2674721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3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0899F92-746C-835B-F965-015F88DAF685}"/>
              </a:ext>
            </a:extLst>
          </p:cNvPr>
          <p:cNvSpPr/>
          <p:nvPr/>
        </p:nvSpPr>
        <p:spPr>
          <a:xfrm>
            <a:off x="3255843" y="270891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BEE08A-DAB8-FE4F-F7E8-0A22369030B2}"/>
              </a:ext>
            </a:extLst>
          </p:cNvPr>
          <p:cNvSpPr txBox="1"/>
          <p:nvPr/>
        </p:nvSpPr>
        <p:spPr>
          <a:xfrm>
            <a:off x="3309888" y="3163960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저장 위치 설정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28BC3C-4D57-8B54-143B-9B345528263C}"/>
              </a:ext>
            </a:extLst>
          </p:cNvPr>
          <p:cNvSpPr/>
          <p:nvPr/>
        </p:nvSpPr>
        <p:spPr>
          <a:xfrm>
            <a:off x="3431469" y="3457414"/>
            <a:ext cx="1543256" cy="20721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7BAB0AC-088D-7040-8C5A-70D1CBBBA2A7}"/>
              </a:ext>
            </a:extLst>
          </p:cNvPr>
          <p:cNvSpPr/>
          <p:nvPr/>
        </p:nvSpPr>
        <p:spPr>
          <a:xfrm>
            <a:off x="5041494" y="3457415"/>
            <a:ext cx="423701" cy="2072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D92C16-F403-812D-4767-B9F7758A73A4}"/>
              </a:ext>
            </a:extLst>
          </p:cNvPr>
          <p:cNvSpPr txBox="1"/>
          <p:nvPr/>
        </p:nvSpPr>
        <p:spPr>
          <a:xfrm>
            <a:off x="5080912" y="346717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선택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8EBE167-EE2E-CB62-EC53-3258841758DB}"/>
              </a:ext>
            </a:extLst>
          </p:cNvPr>
          <p:cNvSpPr/>
          <p:nvPr/>
        </p:nvSpPr>
        <p:spPr>
          <a:xfrm>
            <a:off x="4980542" y="348874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8C5EDDF-982C-22B8-865D-8E73F92C6610}"/>
              </a:ext>
            </a:extLst>
          </p:cNvPr>
          <p:cNvSpPr txBox="1"/>
          <p:nvPr/>
        </p:nvSpPr>
        <p:spPr>
          <a:xfrm>
            <a:off x="3402825" y="3464573"/>
            <a:ext cx="15808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바탕화면</a:t>
            </a:r>
            <a:r>
              <a:rPr lang="en-US" altLang="ko-KR" sz="700" dirty="0">
                <a:latin typeface="+mn-ea"/>
              </a:rPr>
              <a:t>&gt;</a:t>
            </a:r>
            <a:r>
              <a:rPr lang="ko-KR" altLang="en-US" sz="700" dirty="0" err="1">
                <a:latin typeface="+mn-ea"/>
              </a:rPr>
              <a:t>지식팀</a:t>
            </a:r>
            <a:r>
              <a:rPr lang="en-US" altLang="ko-KR" sz="700" dirty="0">
                <a:latin typeface="+mn-ea"/>
              </a:rPr>
              <a:t>&gt;</a:t>
            </a:r>
            <a:r>
              <a:rPr lang="ko-KR" altLang="en-US" sz="700" dirty="0">
                <a:latin typeface="+mn-ea"/>
              </a:rPr>
              <a:t>질의로그</a:t>
            </a:r>
            <a:r>
              <a:rPr lang="en-US" altLang="ko-KR" sz="700" dirty="0">
                <a:latin typeface="+mn-ea"/>
              </a:rPr>
              <a:t>&gt;</a:t>
            </a:r>
            <a:r>
              <a:rPr lang="en-US" altLang="ko-KR" sz="700" dirty="0" err="1">
                <a:latin typeface="+mn-ea"/>
              </a:rPr>
              <a:t>hmall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778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8633-2BA8-F59E-40EF-D99C848F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3A5060D-1D70-1168-BF7A-86A8CBF5D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213215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휴지통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alert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A5BE10C-D173-25AB-6AFA-0F31B13A0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404374"/>
              </p:ext>
            </p:extLst>
          </p:nvPr>
        </p:nvGraphicFramePr>
        <p:xfrm>
          <a:off x="9755558" y="0"/>
          <a:ext cx="2436441" cy="2151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1771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966652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목록에서 파일 삭제됨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84898"/>
                  </a:ext>
                </a:extLst>
              </a:tr>
              <a:tr h="966652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초기화 되지 않고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324289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BAA82DA1-DC4A-40A7-B47B-0FEDBAB0CF57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3E72AD8-14BB-5301-D79B-F47A52BA7013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15E493C-316A-002C-2976-80F0C10225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CC50F9E-AF16-1C6D-3829-EAC7701E9282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6D71EC-856C-BEFD-1C9F-773CD7FF3394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D38268-FF24-FC55-8BAA-BEF4A189D03B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F5EA24-2C87-2F2D-C9F6-41ACB4A87FB0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925D26-B271-284D-C983-56E03389DD79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3B7F58-C981-C182-CD5C-27AFFE11ADC3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7BD662F3-B533-6BED-0AD6-E19BD7E718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86EA7C-F913-1F88-D3E4-6F0348A094F1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0AA1B10-5450-7610-4D2F-5E8BD72EBB24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251215-91D2-81EB-499E-7AA854BA9166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3318A2-33DB-1CA2-C85E-AC8C3B9BBBE8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CC07E57C-3A01-2952-DE77-E8BF1EBC36EC}"/>
              </a:ext>
            </a:extLst>
          </p:cNvPr>
          <p:cNvGraphicFramePr>
            <a:graphicFrameLocks noGrp="1"/>
          </p:cNvGraphicFramePr>
          <p:nvPr/>
        </p:nvGraphicFramePr>
        <p:xfrm>
          <a:off x="1743170" y="3158170"/>
          <a:ext cx="6159168" cy="12714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Hmall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93DE040-C75C-78AE-A485-221649F18A73}"/>
              </a:ext>
            </a:extLst>
          </p:cNvPr>
          <p:cNvSpPr txBox="1"/>
          <p:nvPr/>
        </p:nvSpPr>
        <p:spPr>
          <a:xfrm>
            <a:off x="4493623" y="670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7838661-3B5B-F1CD-1215-7C15498F6610}"/>
              </a:ext>
            </a:extLst>
          </p:cNvPr>
          <p:cNvGrpSpPr/>
          <p:nvPr/>
        </p:nvGrpSpPr>
        <p:grpSpPr>
          <a:xfrm>
            <a:off x="6057783" y="3518268"/>
            <a:ext cx="632066" cy="230777"/>
            <a:chOff x="7050566" y="3431181"/>
            <a:chExt cx="632066" cy="23077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25F50333-732E-8E1E-98ED-5CA87C07233F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35C789-7431-3D0F-9D95-168DB8D658C6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DC55F61C-5DC8-7234-9398-9944C4B4C6FC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A95A6F8-E9B9-7C93-7FD7-3606AE3BB347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>
                <a:extLst>
                  <a:ext uri="{FF2B5EF4-FFF2-40B4-BE49-F238E27FC236}">
                    <a16:creationId xmlns:a16="http://schemas.microsoft.com/office/drawing/2014/main" id="{BB3B5519-B985-F353-9B94-E718214F68C1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92DC8D1-02CE-3B79-89A5-7CF32E310A90}"/>
              </a:ext>
            </a:extLst>
          </p:cNvPr>
          <p:cNvSpPr/>
          <p:nvPr/>
        </p:nvSpPr>
        <p:spPr>
          <a:xfrm>
            <a:off x="6604763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447E70-7A28-8632-B3D1-BDFA83C69636}"/>
              </a:ext>
            </a:extLst>
          </p:cNvPr>
          <p:cNvSpPr txBox="1"/>
          <p:nvPr/>
        </p:nvSpPr>
        <p:spPr>
          <a:xfrm>
            <a:off x="6712326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0DD650-9570-42C4-C5FD-05FDFB73F5B5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1DB295D-B29E-6135-8A2A-4FED25F8D0B3}"/>
              </a:ext>
            </a:extLst>
          </p:cNvPr>
          <p:cNvGrpSpPr/>
          <p:nvPr/>
        </p:nvGrpSpPr>
        <p:grpSpPr>
          <a:xfrm>
            <a:off x="2148742" y="2451156"/>
            <a:ext cx="712649" cy="235034"/>
            <a:chOff x="2148742" y="2451156"/>
            <a:chExt cx="712649" cy="23503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7C0A02B-52E3-3801-1797-0CA56893AA30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5630CE5-1411-1BC7-1436-2164128F394B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C63EDBA-DA1E-F896-E245-095219F48541}"/>
              </a:ext>
            </a:extLst>
          </p:cNvPr>
          <p:cNvGrpSpPr/>
          <p:nvPr/>
        </p:nvGrpSpPr>
        <p:grpSpPr>
          <a:xfrm>
            <a:off x="1412242" y="2447109"/>
            <a:ext cx="712649" cy="352667"/>
            <a:chOff x="1412242" y="2447109"/>
            <a:chExt cx="712649" cy="352667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5F80026-30C7-4EDC-EFED-A170529AA1EC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7833876-DBC4-202B-8683-B23F3B04FC77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A86C516-E64A-77C4-93AC-9E7738095070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825D7B0-5A9A-54D7-0177-19E6930BB6F6}"/>
              </a:ext>
            </a:extLst>
          </p:cNvPr>
          <p:cNvGrpSpPr/>
          <p:nvPr/>
        </p:nvGrpSpPr>
        <p:grpSpPr>
          <a:xfrm>
            <a:off x="6057783" y="3820397"/>
            <a:ext cx="632066" cy="230777"/>
            <a:chOff x="7050566" y="3431181"/>
            <a:chExt cx="632066" cy="23077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561EF7F-BB3C-67E1-812C-32C68FCDD7CE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D4A8EBF-9129-78DC-848D-48A08D3A1576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251E7437-BB2E-2900-AD0D-1513A4B8F442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2DC2ABC5-45C2-8541-2985-77F609BAFB4F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>
                <a:extLst>
                  <a:ext uri="{FF2B5EF4-FFF2-40B4-BE49-F238E27FC236}">
                    <a16:creationId xmlns:a16="http://schemas.microsoft.com/office/drawing/2014/main" id="{F03012A7-601C-368F-1C24-E1BE83DDC9AF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0C0ECF-B240-98E9-B153-FC9707AB094D}"/>
              </a:ext>
            </a:extLst>
          </p:cNvPr>
          <p:cNvGrpSpPr/>
          <p:nvPr/>
        </p:nvGrpSpPr>
        <p:grpSpPr>
          <a:xfrm>
            <a:off x="6057783" y="4147401"/>
            <a:ext cx="632066" cy="230777"/>
            <a:chOff x="7050566" y="3431181"/>
            <a:chExt cx="632066" cy="230777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A7CB51F0-961A-82BA-8D29-1863515D75AC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118D201-CE0D-4EC8-AAD9-612C6DCCFCFC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E135A40-69F8-3C12-5835-261B120A683C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84B5E96F-A4C2-5777-CA73-F5D0B02E4733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이등변 삼각형 52">
                <a:extLst>
                  <a:ext uri="{FF2B5EF4-FFF2-40B4-BE49-F238E27FC236}">
                    <a16:creationId xmlns:a16="http://schemas.microsoft.com/office/drawing/2014/main" id="{4CE3C3DA-8ED0-82B4-21EB-1DFBF6E171EB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93FB37-7C68-FD6A-AF4B-FDF0FCE494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478283"/>
            <a:ext cx="213064" cy="263497"/>
          </a:xfrm>
          <a:prstGeom prst="rect">
            <a:avLst/>
          </a:prstGeom>
        </p:spPr>
      </p:pic>
      <p:pic>
        <p:nvPicPr>
          <p:cNvPr id="29" name="그림 28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953D22-96EA-2EBC-BF88-B0CE4233B3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815496"/>
            <a:ext cx="213064" cy="263497"/>
          </a:xfrm>
          <a:prstGeom prst="rect">
            <a:avLst/>
          </a:prstGeom>
        </p:spPr>
      </p:pic>
      <p:pic>
        <p:nvPicPr>
          <p:cNvPr id="30" name="그림 2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3EE11E-84B3-4F8E-12F0-483E025071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4150851"/>
            <a:ext cx="213064" cy="263497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F456A783-6268-F8AF-E48D-F7A0F917EB8B}"/>
              </a:ext>
            </a:extLst>
          </p:cNvPr>
          <p:cNvSpPr/>
          <p:nvPr/>
        </p:nvSpPr>
        <p:spPr>
          <a:xfrm>
            <a:off x="7287695" y="2848061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82F4B8-1768-0E65-BB29-74F3A3A78EB0}"/>
              </a:ext>
            </a:extLst>
          </p:cNvPr>
          <p:cNvSpPr txBox="1"/>
          <p:nvPr/>
        </p:nvSpPr>
        <p:spPr>
          <a:xfrm>
            <a:off x="7344392" y="2860433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내보내기</a:t>
            </a:r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62E83FD5-96CD-089B-9EB4-980D09553BCA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797CF3E1-7616-EA13-ED5A-9909F887BF90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액자 60">
            <a:extLst>
              <a:ext uri="{FF2B5EF4-FFF2-40B4-BE49-F238E27FC236}">
                <a16:creationId xmlns:a16="http://schemas.microsoft.com/office/drawing/2014/main" id="{46EA637B-C73A-AB13-6814-5A168E49E6C1}"/>
              </a:ext>
            </a:extLst>
          </p:cNvPr>
          <p:cNvSpPr/>
          <p:nvPr/>
        </p:nvSpPr>
        <p:spPr>
          <a:xfrm>
            <a:off x="1913167" y="421183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D71BCF-C6EF-A586-8488-B87579081DCB}"/>
              </a:ext>
            </a:extLst>
          </p:cNvPr>
          <p:cNvSpPr/>
          <p:nvPr/>
        </p:nvSpPr>
        <p:spPr>
          <a:xfrm>
            <a:off x="570067" y="1688605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80FB309D-E051-6295-6D99-82D8D33A9B89}"/>
              </a:ext>
            </a:extLst>
          </p:cNvPr>
          <p:cNvGrpSpPr/>
          <p:nvPr/>
        </p:nvGrpSpPr>
        <p:grpSpPr>
          <a:xfrm>
            <a:off x="3762751" y="2661078"/>
            <a:ext cx="712649" cy="352667"/>
            <a:chOff x="1412242" y="2447109"/>
            <a:chExt cx="712649" cy="352667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2A1880E-4B78-FA26-66B9-C6E52F5767A0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EE0332A-15EA-9DBE-BEA2-E22F2BE72D49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4644008-4021-21D7-E133-61BF45A9783C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7269C7F-8922-B0CD-89CD-C3D6BFA6AEAD}"/>
              </a:ext>
            </a:extLst>
          </p:cNvPr>
          <p:cNvSpPr/>
          <p:nvPr/>
        </p:nvSpPr>
        <p:spPr>
          <a:xfrm>
            <a:off x="3648891" y="2595154"/>
            <a:ext cx="2268660" cy="1689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D3D887-02B9-FDDE-01D9-29364C9EEAA8}"/>
              </a:ext>
            </a:extLst>
          </p:cNvPr>
          <p:cNvSpPr txBox="1"/>
          <p:nvPr/>
        </p:nvSpPr>
        <p:spPr>
          <a:xfrm>
            <a:off x="3831345" y="268717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 삭제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AC351397-2E4F-3505-8E9E-D1AD7C533560}"/>
              </a:ext>
            </a:extLst>
          </p:cNvPr>
          <p:cNvSpPr/>
          <p:nvPr/>
        </p:nvSpPr>
        <p:spPr>
          <a:xfrm>
            <a:off x="3951447" y="3881352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CEEEF2-4FC3-D7B5-BF34-C5FDF87B3517}"/>
              </a:ext>
            </a:extLst>
          </p:cNvPr>
          <p:cNvSpPr txBox="1"/>
          <p:nvPr/>
        </p:nvSpPr>
        <p:spPr>
          <a:xfrm>
            <a:off x="4159208" y="3900523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ABB8388-C8E6-D9F1-1B90-5EF9E34DA04F}"/>
              </a:ext>
            </a:extLst>
          </p:cNvPr>
          <p:cNvSpPr/>
          <p:nvPr/>
        </p:nvSpPr>
        <p:spPr>
          <a:xfrm>
            <a:off x="4893750" y="3878390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54C6AD-5FA4-C7A8-1101-73BBF06E3510}"/>
              </a:ext>
            </a:extLst>
          </p:cNvPr>
          <p:cNvSpPr txBox="1"/>
          <p:nvPr/>
        </p:nvSpPr>
        <p:spPr>
          <a:xfrm>
            <a:off x="5103911" y="3895645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582AF192-60A6-0301-762A-131F0E7524FA}"/>
              </a:ext>
            </a:extLst>
          </p:cNvPr>
          <p:cNvSpPr/>
          <p:nvPr/>
        </p:nvSpPr>
        <p:spPr>
          <a:xfrm>
            <a:off x="5017635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D40FCD16-6AEA-139B-165D-012E4E8ADA22}"/>
              </a:ext>
            </a:extLst>
          </p:cNvPr>
          <p:cNvSpPr/>
          <p:nvPr/>
        </p:nvSpPr>
        <p:spPr>
          <a:xfrm>
            <a:off x="4063736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D343AE-49A7-F28C-B627-7B5D6EFCB81F}"/>
              </a:ext>
            </a:extLst>
          </p:cNvPr>
          <p:cNvSpPr txBox="1"/>
          <p:nvPr/>
        </p:nvSpPr>
        <p:spPr>
          <a:xfrm>
            <a:off x="3850260" y="3247080"/>
            <a:ext cx="19148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데이터를 </a:t>
            </a:r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삭제하시겠습니까</a:t>
            </a:r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?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728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16E0E-2671-833F-B3CB-727C37B3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71F58F8-2637-67AE-1E58-F34336137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427830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상품데이터탭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F7DB76F-217B-A284-77F7-F62FD3DA6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318489"/>
              </p:ext>
            </p:extLst>
          </p:nvPr>
        </p:nvGraphicFramePr>
        <p:xfrm>
          <a:off x="9755558" y="0"/>
          <a:ext cx="2436441" cy="4737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1771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966652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상품데이터 탭 클릭 시 상품데이터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가능한 화면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84898"/>
                  </a:ext>
                </a:extLst>
              </a:tr>
              <a:tr h="9231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불러오기 버튼 클릭 시 데이터 업로드 메뉴에 업로드 되어있는 파일 선택 및 색인필드를 지정할 수 있는 팝업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77767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실행하기 버튼 클릭 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실행 옵션을 선택할 수 있는 팝업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481398"/>
                  </a:ext>
                </a:extLst>
              </a:tr>
              <a:tr h="75764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휴지통 아이콘 클릭 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768817"/>
                  </a:ext>
                </a:extLst>
              </a:tr>
              <a:tr h="55734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파일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831710"/>
                  </a:ext>
                </a:extLst>
              </a:tr>
              <a:tr h="55734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내보내기 버튼 클릭 시 로컬로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내려받기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위한 옵션 및 폴더 경로 지정 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409438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6993B279-08C1-2842-7F59-2DEC711FDF2F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B189C113-923D-427D-4EE3-C7B4EA3EC9C9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486F7D5-0AE2-7882-6A6D-6065C00AB9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B4E1EB6-A9BC-274F-654E-B259F6B9A4A4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A4C597-70E5-C709-EF4E-E4D3B5AFEE17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778B3F-96AF-3A7B-61DD-7FB91428414A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92DCA1-C3E3-BDED-6A73-876762527573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F6DB84-5266-D27A-F5A7-5CC2F9156259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24238E-125A-11D0-2CA8-0D87BB91CC4D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1D162F3E-8B3D-A112-9A57-5840C144F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2DEEF2-B89A-D46A-0F7A-353CC5B6D531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39B1F58-926E-3C0B-3A2A-B20118ED7672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2A46D47-FCDF-0185-D5E5-771486E53FDB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8D1899-E8CB-091D-B3DB-8130AE419A8C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459FBF62-9C8C-9445-48DD-EB2101C44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039"/>
              </p:ext>
            </p:extLst>
          </p:nvPr>
        </p:nvGraphicFramePr>
        <p:xfrm>
          <a:off x="1743170" y="3158170"/>
          <a:ext cx="6159168" cy="12714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생성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DV0001_06_f.0000.UTF-8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GALLERIA_DB_f.0021.UTF-8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갤러리아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상품데이터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HDSHOP_DB_f.0000.UTF-8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더현대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상품데이터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773F3A87-7294-86D7-F5B5-B7587AB28D76}"/>
              </a:ext>
            </a:extLst>
          </p:cNvPr>
          <p:cNvGrpSpPr/>
          <p:nvPr/>
        </p:nvGrpSpPr>
        <p:grpSpPr>
          <a:xfrm>
            <a:off x="6057783" y="3518268"/>
            <a:ext cx="632066" cy="230777"/>
            <a:chOff x="7050566" y="3431181"/>
            <a:chExt cx="632066" cy="23077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5AA8EB1-8715-07C2-A608-CBF86B7B35F2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5E2362A-65AB-AA8C-6C0B-843AEB0F3AAE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CCE68252-9B3D-ACD7-55B0-86C2603C013A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68969B6-03CE-3819-74B8-775614ABCAB2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>
                <a:extLst>
                  <a:ext uri="{FF2B5EF4-FFF2-40B4-BE49-F238E27FC236}">
                    <a16:creationId xmlns:a16="http://schemas.microsoft.com/office/drawing/2014/main" id="{8CD0B526-707A-00BE-5B79-E2CFB4D7CF75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A81A209-DD46-B2A1-8250-BA7D87854932}"/>
              </a:ext>
            </a:extLst>
          </p:cNvPr>
          <p:cNvSpPr/>
          <p:nvPr/>
        </p:nvSpPr>
        <p:spPr>
          <a:xfrm>
            <a:off x="6604763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F5E8AB-FBC4-1399-BDBA-E91E11EE92E8}"/>
              </a:ext>
            </a:extLst>
          </p:cNvPr>
          <p:cNvSpPr txBox="1"/>
          <p:nvPr/>
        </p:nvSpPr>
        <p:spPr>
          <a:xfrm>
            <a:off x="6712326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EDB882-B1D3-7305-A2B5-BCD8F7F2D214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BF91BF4-DC2A-D68C-D5B7-C3B0DDD06FE2}"/>
              </a:ext>
            </a:extLst>
          </p:cNvPr>
          <p:cNvSpPr/>
          <p:nvPr/>
        </p:nvSpPr>
        <p:spPr>
          <a:xfrm>
            <a:off x="2148742" y="2451156"/>
            <a:ext cx="712649" cy="217714"/>
          </a:xfrm>
          <a:prstGeom prst="rect">
            <a:avLst/>
          </a:prstGeom>
          <a:solidFill>
            <a:schemeClr val="bg1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56AF06-F832-583B-70AF-0DCE5F08C747}"/>
              </a:ext>
            </a:extLst>
          </p:cNvPr>
          <p:cNvSpPr txBox="1"/>
          <p:nvPr/>
        </p:nvSpPr>
        <p:spPr>
          <a:xfrm>
            <a:off x="2196344" y="245535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상품데이터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9E4541B-0E1D-A567-850B-C5A56940344E}"/>
              </a:ext>
            </a:extLst>
          </p:cNvPr>
          <p:cNvSpPr/>
          <p:nvPr/>
        </p:nvSpPr>
        <p:spPr>
          <a:xfrm>
            <a:off x="1412242" y="2447109"/>
            <a:ext cx="712649" cy="217714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6193DC-B75C-FE2C-E887-C7C4578BEF7F}"/>
              </a:ext>
            </a:extLst>
          </p:cNvPr>
          <p:cNvSpPr txBox="1"/>
          <p:nvPr/>
        </p:nvSpPr>
        <p:spPr>
          <a:xfrm>
            <a:off x="1503389" y="2451311"/>
            <a:ext cx="5629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질의로그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14CD021-ED1D-8D6E-9C0B-5D3DD09A36C6}"/>
              </a:ext>
            </a:extLst>
          </p:cNvPr>
          <p:cNvSpPr/>
          <p:nvPr/>
        </p:nvSpPr>
        <p:spPr>
          <a:xfrm>
            <a:off x="2161185" y="2665018"/>
            <a:ext cx="712649" cy="134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D0F4B31-5C01-1084-4E58-D88027CD78CC}"/>
              </a:ext>
            </a:extLst>
          </p:cNvPr>
          <p:cNvGrpSpPr/>
          <p:nvPr/>
        </p:nvGrpSpPr>
        <p:grpSpPr>
          <a:xfrm>
            <a:off x="6057783" y="3820397"/>
            <a:ext cx="632066" cy="230777"/>
            <a:chOff x="7050566" y="3431181"/>
            <a:chExt cx="632066" cy="23077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0E9F901-B20B-FF6B-E317-0BF5A09EF704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7AE7410-B4F1-C46E-03B7-8E0D173E2152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B1DDA9D9-4B6E-63C8-A841-30D8C405E02E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195CB4BC-75B1-F746-7EB3-7DAE3532E951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>
                <a:extLst>
                  <a:ext uri="{FF2B5EF4-FFF2-40B4-BE49-F238E27FC236}">
                    <a16:creationId xmlns:a16="http://schemas.microsoft.com/office/drawing/2014/main" id="{FF453DEB-ABF7-21C6-3875-70A5E3156E5D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70C7135-9682-3C97-5511-A2D46E99056C}"/>
              </a:ext>
            </a:extLst>
          </p:cNvPr>
          <p:cNvGrpSpPr/>
          <p:nvPr/>
        </p:nvGrpSpPr>
        <p:grpSpPr>
          <a:xfrm>
            <a:off x="6057783" y="4147401"/>
            <a:ext cx="632066" cy="230777"/>
            <a:chOff x="7050566" y="3431181"/>
            <a:chExt cx="632066" cy="230777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04F261A9-7C76-57D5-188E-23FAB1182159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DA5A289-DE43-030A-24C6-2D70CD89CFC6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EC11300-4DFD-3C61-CE3F-F2E8AA744EF4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465AE510-DD04-95F3-F01E-692A3C805D51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이등변 삼각형 52">
                <a:extLst>
                  <a:ext uri="{FF2B5EF4-FFF2-40B4-BE49-F238E27FC236}">
                    <a16:creationId xmlns:a16="http://schemas.microsoft.com/office/drawing/2014/main" id="{71B8430A-0332-B075-1B3E-95D022C56210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995386-1C61-D34E-25FF-264FCE5DC1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478283"/>
            <a:ext cx="213064" cy="263497"/>
          </a:xfrm>
          <a:prstGeom prst="rect">
            <a:avLst/>
          </a:prstGeom>
        </p:spPr>
      </p:pic>
      <p:pic>
        <p:nvPicPr>
          <p:cNvPr id="29" name="그림 28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AADA45-1F72-5F5F-33E3-5842371916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815496"/>
            <a:ext cx="213064" cy="263497"/>
          </a:xfrm>
          <a:prstGeom prst="rect">
            <a:avLst/>
          </a:prstGeom>
        </p:spPr>
      </p:pic>
      <p:pic>
        <p:nvPicPr>
          <p:cNvPr id="30" name="그림 2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2BD776-78F2-2AF7-B8FD-4D5BB9616C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4150851"/>
            <a:ext cx="213064" cy="263497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F403D84F-3E1C-E155-3645-EED2E5085242}"/>
              </a:ext>
            </a:extLst>
          </p:cNvPr>
          <p:cNvSpPr/>
          <p:nvPr/>
        </p:nvSpPr>
        <p:spPr>
          <a:xfrm>
            <a:off x="2115694" y="2483023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E8D9B632-5771-C318-8925-FACD311EE8AC}"/>
              </a:ext>
            </a:extLst>
          </p:cNvPr>
          <p:cNvSpPr/>
          <p:nvPr/>
        </p:nvSpPr>
        <p:spPr>
          <a:xfrm>
            <a:off x="6427863" y="2892742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DFAD164E-08BC-0663-B5A2-9C3469FD145E}"/>
              </a:ext>
            </a:extLst>
          </p:cNvPr>
          <p:cNvSpPr/>
          <p:nvPr/>
        </p:nvSpPr>
        <p:spPr>
          <a:xfrm>
            <a:off x="5900890" y="3559198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0343C4B0-9E2B-A19E-AE89-AD5AE6E87259}"/>
              </a:ext>
            </a:extLst>
          </p:cNvPr>
          <p:cNvSpPr/>
          <p:nvPr/>
        </p:nvSpPr>
        <p:spPr>
          <a:xfrm>
            <a:off x="7168655" y="3525713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9BA40FF-0A5F-A429-18E3-78BB95B17997}"/>
              </a:ext>
            </a:extLst>
          </p:cNvPr>
          <p:cNvSpPr/>
          <p:nvPr/>
        </p:nvSpPr>
        <p:spPr>
          <a:xfrm>
            <a:off x="7287695" y="2848061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1F5686-A8B9-EB6C-5D16-531115E7DF4E}"/>
              </a:ext>
            </a:extLst>
          </p:cNvPr>
          <p:cNvSpPr txBox="1"/>
          <p:nvPr/>
        </p:nvSpPr>
        <p:spPr>
          <a:xfrm>
            <a:off x="7344392" y="2860433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내보내기</a:t>
            </a:r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45969230-6165-18E5-5860-3B8AE1F8DBF3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332332A7-425B-A370-0054-124A14C8BEB7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액자 60">
            <a:extLst>
              <a:ext uri="{FF2B5EF4-FFF2-40B4-BE49-F238E27FC236}">
                <a16:creationId xmlns:a16="http://schemas.microsoft.com/office/drawing/2014/main" id="{1FA095CC-CAB1-7838-1446-17FA7E782CCB}"/>
              </a:ext>
            </a:extLst>
          </p:cNvPr>
          <p:cNvSpPr/>
          <p:nvPr/>
        </p:nvSpPr>
        <p:spPr>
          <a:xfrm>
            <a:off x="1913167" y="421183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C5E28F45-5C91-69C2-277C-6E51B7BD8719}"/>
              </a:ext>
            </a:extLst>
          </p:cNvPr>
          <p:cNvSpPr/>
          <p:nvPr/>
        </p:nvSpPr>
        <p:spPr>
          <a:xfrm>
            <a:off x="1756275" y="355723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40FBB0F0-7675-F402-0D7E-F3CC6B24A909}"/>
              </a:ext>
            </a:extLst>
          </p:cNvPr>
          <p:cNvSpPr/>
          <p:nvPr/>
        </p:nvSpPr>
        <p:spPr>
          <a:xfrm>
            <a:off x="7266052" y="290085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7362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5FD53-D14A-7DF5-1C16-D1F7F24FB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4250FF8-1ED4-A28F-BAD4-E04B4BF4B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489493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불러오기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0EB77AD-F394-C3EE-5727-7DF92014D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296300"/>
              </p:ext>
            </p:extLst>
          </p:nvPr>
        </p:nvGraphicFramePr>
        <p:xfrm>
          <a:off x="9755558" y="0"/>
          <a:ext cx="2436441" cy="4328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77612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366822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상품데이터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687779"/>
                  </a:ext>
                </a:extLst>
              </a:tr>
              <a:tr h="366822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필드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가능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515944"/>
                  </a:ext>
                </a:extLst>
              </a:tr>
              <a:tr h="3995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연필 아이콘 클릭 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필드명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입력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996970"/>
                  </a:ext>
                </a:extLst>
              </a:tr>
              <a:tr h="45284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휴지통 아이콘 클릭 시 목록에서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필드명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삭제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84898"/>
                  </a:ext>
                </a:extLst>
              </a:tr>
              <a:tr h="14991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선택한 상품데이터 파일이 목록에 출력됨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항목별 체크박스가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개 이상 선택 되어있을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77767"/>
                  </a:ext>
                </a:extLst>
              </a:tr>
              <a:tr h="966091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닫히고 상품데이터 목록에 아무것도 추가되지 않은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481398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B3FE26-4CCA-2ACE-DB1C-B917EEC41228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0348A47-5CBE-7A00-32AC-15448464A74E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B45D384-26CE-707B-0E19-96BE4993E1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5EEB3AF-C263-DAA9-F250-24D02762E825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192545-1D75-2068-1B80-9C5BC7B635FE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59E514-7A3B-84AA-4049-CCA60BD78F72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B33112-ED65-1C34-E6B5-E57A409974F1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1811AD-64B0-7FDF-41C6-09D2456C3C10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270840-5161-5166-CA26-062D185ECC42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DD0EC11-1C6D-8CF6-62DD-E178B3CDC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0828939-351F-C6A6-AFC2-799BE8D3260E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2238232-D064-6C24-7B2C-4EFAC2DCB528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AE54D3F-FE59-0A5A-D411-B8A07F81991D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FE2CEE-F9F5-88AB-9CC2-4E960A14FDDD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7D71438-3A9D-A500-2F5D-74FFE71A255F}"/>
              </a:ext>
            </a:extLst>
          </p:cNvPr>
          <p:cNvGraphicFramePr>
            <a:graphicFrameLocks noGrp="1"/>
          </p:cNvGraphicFramePr>
          <p:nvPr/>
        </p:nvGraphicFramePr>
        <p:xfrm>
          <a:off x="1743170" y="3158170"/>
          <a:ext cx="6159168" cy="12714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생성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1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갤러리아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상품데이터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상품데이터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상품데이터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A372BD3-ACE7-9D10-A8F0-7C55748C3102}"/>
              </a:ext>
            </a:extLst>
          </p:cNvPr>
          <p:cNvSpPr txBox="1"/>
          <p:nvPr/>
        </p:nvSpPr>
        <p:spPr>
          <a:xfrm>
            <a:off x="4493623" y="670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4D0DFAB-7224-EEA0-4EB4-A100773FFE2D}"/>
              </a:ext>
            </a:extLst>
          </p:cNvPr>
          <p:cNvGrpSpPr/>
          <p:nvPr/>
        </p:nvGrpSpPr>
        <p:grpSpPr>
          <a:xfrm>
            <a:off x="6057783" y="4554586"/>
            <a:ext cx="632066" cy="230777"/>
            <a:chOff x="7050566" y="3431181"/>
            <a:chExt cx="632066" cy="23077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EDAED8B-3F4E-9D43-2AF1-2C693882761B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C61B11-C51F-FFC1-121C-D4544FB2C02D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381B8FB0-7405-44CD-AC2A-D3E89F815669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57A41F6-5D89-D295-4C39-15E927DA67E8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>
                <a:extLst>
                  <a:ext uri="{FF2B5EF4-FFF2-40B4-BE49-F238E27FC236}">
                    <a16:creationId xmlns:a16="http://schemas.microsoft.com/office/drawing/2014/main" id="{2D2D02FF-48AF-6B1E-5723-9215732631EC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FBC4BA0-1D9B-4136-6A0E-8C9B9FB1984C}"/>
              </a:ext>
            </a:extLst>
          </p:cNvPr>
          <p:cNvSpPr/>
          <p:nvPr/>
        </p:nvSpPr>
        <p:spPr>
          <a:xfrm>
            <a:off x="6604763" y="3880024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5821E6-2EA6-1819-CC2C-E84C55460E38}"/>
              </a:ext>
            </a:extLst>
          </p:cNvPr>
          <p:cNvSpPr txBox="1"/>
          <p:nvPr/>
        </p:nvSpPr>
        <p:spPr>
          <a:xfrm>
            <a:off x="6712326" y="389535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75FF32-23F8-6CDC-FD12-14B043E2E75D}"/>
              </a:ext>
            </a:extLst>
          </p:cNvPr>
          <p:cNvSpPr txBox="1"/>
          <p:nvPr/>
        </p:nvSpPr>
        <p:spPr>
          <a:xfrm>
            <a:off x="6573588" y="3831093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0F3705F-3FC2-DB5D-8256-73FCEE2048ED}"/>
              </a:ext>
            </a:extLst>
          </p:cNvPr>
          <p:cNvSpPr/>
          <p:nvPr/>
        </p:nvSpPr>
        <p:spPr>
          <a:xfrm>
            <a:off x="2148742" y="2451156"/>
            <a:ext cx="712649" cy="217714"/>
          </a:xfrm>
          <a:prstGeom prst="rect">
            <a:avLst/>
          </a:prstGeom>
          <a:solidFill>
            <a:schemeClr val="bg1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A4DDE7-6548-D582-9D11-A1E74EF945EE}"/>
              </a:ext>
            </a:extLst>
          </p:cNvPr>
          <p:cNvSpPr txBox="1"/>
          <p:nvPr/>
        </p:nvSpPr>
        <p:spPr>
          <a:xfrm>
            <a:off x="2196344" y="245535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상품데이터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84F5C02-AB8C-ABD5-5015-38CB0E458F71}"/>
              </a:ext>
            </a:extLst>
          </p:cNvPr>
          <p:cNvSpPr/>
          <p:nvPr/>
        </p:nvSpPr>
        <p:spPr>
          <a:xfrm>
            <a:off x="1412242" y="2447109"/>
            <a:ext cx="712649" cy="217714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4F3AC0-3517-EA43-23B0-416C6939DA8C}"/>
              </a:ext>
            </a:extLst>
          </p:cNvPr>
          <p:cNvSpPr txBox="1"/>
          <p:nvPr/>
        </p:nvSpPr>
        <p:spPr>
          <a:xfrm>
            <a:off x="1503389" y="2451311"/>
            <a:ext cx="5629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질의로그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EB62E50-BC45-5CBD-D806-8570A17A9934}"/>
              </a:ext>
            </a:extLst>
          </p:cNvPr>
          <p:cNvSpPr/>
          <p:nvPr/>
        </p:nvSpPr>
        <p:spPr>
          <a:xfrm>
            <a:off x="2161185" y="2665018"/>
            <a:ext cx="712649" cy="134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41F2362-0A8F-0323-C44D-E4B74F69031C}"/>
              </a:ext>
            </a:extLst>
          </p:cNvPr>
          <p:cNvGrpSpPr/>
          <p:nvPr/>
        </p:nvGrpSpPr>
        <p:grpSpPr>
          <a:xfrm>
            <a:off x="6057783" y="4856715"/>
            <a:ext cx="632066" cy="230777"/>
            <a:chOff x="7050566" y="3431181"/>
            <a:chExt cx="632066" cy="23077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FD44B18-64A2-A5D7-A307-0E326E76E315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6CDB4FA-1052-6415-A22A-0F69844984BD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3A58081F-11C5-3D3E-DAA0-4537F1F7A29B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6C275AB7-C122-3352-335C-5BB6C125D934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>
                <a:extLst>
                  <a:ext uri="{FF2B5EF4-FFF2-40B4-BE49-F238E27FC236}">
                    <a16:creationId xmlns:a16="http://schemas.microsoft.com/office/drawing/2014/main" id="{A1D2938A-2FA6-7725-8F53-218E47780D7F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D7127B5-9B53-C003-DB07-EC1C5F635818}"/>
              </a:ext>
            </a:extLst>
          </p:cNvPr>
          <p:cNvGrpSpPr/>
          <p:nvPr/>
        </p:nvGrpSpPr>
        <p:grpSpPr>
          <a:xfrm>
            <a:off x="6057783" y="5183719"/>
            <a:ext cx="632066" cy="230777"/>
            <a:chOff x="7050566" y="3431181"/>
            <a:chExt cx="632066" cy="230777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57D24496-1B0C-1688-6645-A320E7DDAD17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7900A68-2055-C1BD-7370-CDB54C750E5B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031A1D3C-C655-6C45-F4F1-B08847B7E82F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A8B7CC3F-AFDD-6817-AD4E-C2B67DBC98C9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이등변 삼각형 52">
                <a:extLst>
                  <a:ext uri="{FF2B5EF4-FFF2-40B4-BE49-F238E27FC236}">
                    <a16:creationId xmlns:a16="http://schemas.microsoft.com/office/drawing/2014/main" id="{73603BE9-E8C9-6571-20F5-6A4C26C3C2CA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94B4B8-4071-10AC-9BCF-3A4609ADDE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4514601"/>
            <a:ext cx="213064" cy="263497"/>
          </a:xfrm>
          <a:prstGeom prst="rect">
            <a:avLst/>
          </a:prstGeom>
        </p:spPr>
      </p:pic>
      <p:pic>
        <p:nvPicPr>
          <p:cNvPr id="29" name="그림 28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8B2D60-4952-4A9C-C64D-8EA2A2D8F4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4851814"/>
            <a:ext cx="213064" cy="263497"/>
          </a:xfrm>
          <a:prstGeom prst="rect">
            <a:avLst/>
          </a:prstGeom>
        </p:spPr>
      </p:pic>
      <p:pic>
        <p:nvPicPr>
          <p:cNvPr id="30" name="그림 2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6B3DF1-AB02-B964-B507-0E07BEDD9A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5187169"/>
            <a:ext cx="213064" cy="263497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DBEDCDE-A93A-855D-DE0F-694903E0311C}"/>
              </a:ext>
            </a:extLst>
          </p:cNvPr>
          <p:cNvSpPr/>
          <p:nvPr/>
        </p:nvSpPr>
        <p:spPr>
          <a:xfrm>
            <a:off x="7287695" y="2848061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FA341C-C82D-FB53-186F-52ADA320BF88}"/>
              </a:ext>
            </a:extLst>
          </p:cNvPr>
          <p:cNvSpPr txBox="1"/>
          <p:nvPr/>
        </p:nvSpPr>
        <p:spPr>
          <a:xfrm>
            <a:off x="7344392" y="2860433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내보내기</a:t>
            </a:r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96C4D386-EE8D-72A5-1785-F26C47CA9C45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444A161B-C7B0-546B-FFD7-6CD2082AD02A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액자 60">
            <a:extLst>
              <a:ext uri="{FF2B5EF4-FFF2-40B4-BE49-F238E27FC236}">
                <a16:creationId xmlns:a16="http://schemas.microsoft.com/office/drawing/2014/main" id="{A67FA0F9-909A-B3FF-75BE-42C1751CD0D5}"/>
              </a:ext>
            </a:extLst>
          </p:cNvPr>
          <p:cNvSpPr/>
          <p:nvPr/>
        </p:nvSpPr>
        <p:spPr>
          <a:xfrm>
            <a:off x="1913167" y="421183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0189C9-20A3-D4BF-33AE-91F974B50D19}"/>
              </a:ext>
            </a:extLst>
          </p:cNvPr>
          <p:cNvSpPr/>
          <p:nvPr/>
        </p:nvSpPr>
        <p:spPr>
          <a:xfrm>
            <a:off x="570067" y="1689629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D75EA19-DF2F-1EF3-5B26-059E573B384C}"/>
              </a:ext>
            </a:extLst>
          </p:cNvPr>
          <p:cNvSpPr/>
          <p:nvPr/>
        </p:nvSpPr>
        <p:spPr>
          <a:xfrm>
            <a:off x="7266608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23E797-24CF-311F-1089-947F1276A67D}"/>
              </a:ext>
            </a:extLst>
          </p:cNvPr>
          <p:cNvSpPr txBox="1"/>
          <p:nvPr/>
        </p:nvSpPr>
        <p:spPr>
          <a:xfrm>
            <a:off x="7374171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35C4FC-D539-F50B-0048-0FBA6503B7A6}"/>
              </a:ext>
            </a:extLst>
          </p:cNvPr>
          <p:cNvSpPr txBox="1"/>
          <p:nvPr/>
        </p:nvSpPr>
        <p:spPr>
          <a:xfrm>
            <a:off x="7235433" y="3831093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42D1E7CA-5C3C-E337-4F6B-1D82244E234A}"/>
              </a:ext>
            </a:extLst>
          </p:cNvPr>
          <p:cNvGrpSpPr/>
          <p:nvPr/>
        </p:nvGrpSpPr>
        <p:grpSpPr>
          <a:xfrm>
            <a:off x="3045727" y="2451156"/>
            <a:ext cx="712649" cy="235034"/>
            <a:chOff x="2148742" y="2451156"/>
            <a:chExt cx="712649" cy="235034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93C293D5-C79E-1B98-6379-B1B313BFA3F1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EAB7F1E-CA33-D476-E052-2A2DB26FA319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D81DAC0-EAA9-5D98-8DEC-1BBCE5EFFCF9}"/>
              </a:ext>
            </a:extLst>
          </p:cNvPr>
          <p:cNvGrpSpPr/>
          <p:nvPr/>
        </p:nvGrpSpPr>
        <p:grpSpPr>
          <a:xfrm>
            <a:off x="2309227" y="2447109"/>
            <a:ext cx="712649" cy="352667"/>
            <a:chOff x="1412242" y="2447109"/>
            <a:chExt cx="712649" cy="352667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5A72BAA-169D-6FBB-3BFB-59421A464E60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C26ED20-2032-15B3-F56B-A73FB1A33AC7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09848A25-3BD2-C259-C8CF-191814B62138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604E643-78DA-17F2-E6E3-8BC3385A0657}"/>
              </a:ext>
            </a:extLst>
          </p:cNvPr>
          <p:cNvSpPr/>
          <p:nvPr/>
        </p:nvSpPr>
        <p:spPr>
          <a:xfrm>
            <a:off x="2233490" y="1820091"/>
            <a:ext cx="5608991" cy="43673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5D1A582-9F88-A1BF-90CA-701FBDCD1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81187"/>
              </p:ext>
            </p:extLst>
          </p:nvPr>
        </p:nvGraphicFramePr>
        <p:xfrm>
          <a:off x="2579191" y="4059175"/>
          <a:ext cx="4596386" cy="15174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66089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644434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5222056"/>
                    </a:ext>
                  </a:extLst>
                </a:gridCol>
                <a:gridCol w="861863">
                  <a:extLst>
                    <a:ext uri="{9D8B030D-6E8A-4147-A177-3AD203B41FA5}">
                      <a16:colId xmlns:a16="http://schemas.microsoft.com/office/drawing/2014/main" val="23632993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필드명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필드명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BRND_NM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GOODS_NM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CTGR_NM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PRDT_NM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SEARCH_KWD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321429"/>
                  </a:ext>
                </a:extLst>
              </a:tr>
            </a:tbl>
          </a:graphicData>
        </a:graphic>
      </p:graphicFrame>
      <p:sp>
        <p:nvSpPr>
          <p:cNvPr id="73" name="액자 72">
            <a:extLst>
              <a:ext uri="{FF2B5EF4-FFF2-40B4-BE49-F238E27FC236}">
                <a16:creationId xmlns:a16="http://schemas.microsoft.com/office/drawing/2014/main" id="{53408F14-8E88-5A81-F667-58591D5DDB3A}"/>
              </a:ext>
            </a:extLst>
          </p:cNvPr>
          <p:cNvSpPr/>
          <p:nvPr/>
        </p:nvSpPr>
        <p:spPr>
          <a:xfrm>
            <a:off x="2763259" y="4369984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액자 73">
            <a:extLst>
              <a:ext uri="{FF2B5EF4-FFF2-40B4-BE49-F238E27FC236}">
                <a16:creationId xmlns:a16="http://schemas.microsoft.com/office/drawing/2014/main" id="{6AF22172-00ED-565C-2C7A-2F0A7972AE55}"/>
              </a:ext>
            </a:extLst>
          </p:cNvPr>
          <p:cNvSpPr/>
          <p:nvPr/>
        </p:nvSpPr>
        <p:spPr>
          <a:xfrm>
            <a:off x="2763259" y="4705968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액자 74">
            <a:extLst>
              <a:ext uri="{FF2B5EF4-FFF2-40B4-BE49-F238E27FC236}">
                <a16:creationId xmlns:a16="http://schemas.microsoft.com/office/drawing/2014/main" id="{CB890A13-3E65-D0C1-AB55-B7550DB1E645}"/>
              </a:ext>
            </a:extLst>
          </p:cNvPr>
          <p:cNvSpPr/>
          <p:nvPr/>
        </p:nvSpPr>
        <p:spPr>
          <a:xfrm>
            <a:off x="2763258" y="5019918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E2F813B-1091-1F1E-5382-A54FE67542D8}"/>
              </a:ext>
            </a:extLst>
          </p:cNvPr>
          <p:cNvSpPr txBox="1"/>
          <p:nvPr/>
        </p:nvSpPr>
        <p:spPr>
          <a:xfrm>
            <a:off x="2509500" y="3710273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색인필드 지정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265DCCC-F199-93A6-622D-71DE2E4E2B0E}"/>
              </a:ext>
            </a:extLst>
          </p:cNvPr>
          <p:cNvSpPr/>
          <p:nvPr/>
        </p:nvSpPr>
        <p:spPr>
          <a:xfrm>
            <a:off x="6004371" y="5773379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AF6863C-902D-C444-0DA9-B206062D5D28}"/>
              </a:ext>
            </a:extLst>
          </p:cNvPr>
          <p:cNvSpPr txBox="1"/>
          <p:nvPr/>
        </p:nvSpPr>
        <p:spPr>
          <a:xfrm>
            <a:off x="6212132" y="5792550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D540656D-C9D2-F8F6-B1E6-B506826FBD2A}"/>
              </a:ext>
            </a:extLst>
          </p:cNvPr>
          <p:cNvSpPr/>
          <p:nvPr/>
        </p:nvSpPr>
        <p:spPr>
          <a:xfrm>
            <a:off x="6842166" y="5770417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7958DB-6182-F06B-3658-3AA79F8C35DB}"/>
              </a:ext>
            </a:extLst>
          </p:cNvPr>
          <p:cNvSpPr txBox="1"/>
          <p:nvPr/>
        </p:nvSpPr>
        <p:spPr>
          <a:xfrm>
            <a:off x="7052327" y="578767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A9792D0F-6B9B-4946-0D52-B0A1CDC9B1AB}"/>
              </a:ext>
            </a:extLst>
          </p:cNvPr>
          <p:cNvSpPr/>
          <p:nvPr/>
        </p:nvSpPr>
        <p:spPr>
          <a:xfrm>
            <a:off x="2584471" y="438193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A5A12775-EA31-A0EE-812B-C62BB8CDAB89}"/>
              </a:ext>
            </a:extLst>
          </p:cNvPr>
          <p:cNvSpPr/>
          <p:nvPr/>
        </p:nvSpPr>
        <p:spPr>
          <a:xfrm>
            <a:off x="6966051" y="583080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2FB02F4-0FE1-160E-36A8-E0985B7BAD22}"/>
              </a:ext>
            </a:extLst>
          </p:cNvPr>
          <p:cNvSpPr/>
          <p:nvPr/>
        </p:nvSpPr>
        <p:spPr>
          <a:xfrm>
            <a:off x="6116660" y="583080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액자 84">
            <a:extLst>
              <a:ext uri="{FF2B5EF4-FFF2-40B4-BE49-F238E27FC236}">
                <a16:creationId xmlns:a16="http://schemas.microsoft.com/office/drawing/2014/main" id="{C5B71978-AD39-504D-8490-329BBF4B79BA}"/>
              </a:ext>
            </a:extLst>
          </p:cNvPr>
          <p:cNvSpPr/>
          <p:nvPr/>
        </p:nvSpPr>
        <p:spPr>
          <a:xfrm>
            <a:off x="2761971" y="5355705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액자 85">
            <a:extLst>
              <a:ext uri="{FF2B5EF4-FFF2-40B4-BE49-F238E27FC236}">
                <a16:creationId xmlns:a16="http://schemas.microsoft.com/office/drawing/2014/main" id="{1DAF065B-1F8C-D2C7-E59A-97A9D2C1DB71}"/>
              </a:ext>
            </a:extLst>
          </p:cNvPr>
          <p:cNvSpPr/>
          <p:nvPr/>
        </p:nvSpPr>
        <p:spPr>
          <a:xfrm>
            <a:off x="4973264" y="4382409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2" name="그림 31" descr="스크린샷, 소프트웨어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F00C25-5481-353C-20F6-A807CEA418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240" t="53560" r="52326" b="43944"/>
          <a:stretch>
            <a:fillRect/>
          </a:stretch>
        </p:blipFill>
        <p:spPr>
          <a:xfrm>
            <a:off x="4263783" y="4361725"/>
            <a:ext cx="349917" cy="171320"/>
          </a:xfrm>
          <a:prstGeom prst="rect">
            <a:avLst/>
          </a:prstGeom>
        </p:spPr>
      </p:pic>
      <p:pic>
        <p:nvPicPr>
          <p:cNvPr id="54" name="그림 53" descr="스크린샷, 소프트웨어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AC63B5-1BCF-F47F-2171-FD7512F4CA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240" t="53560" r="52326" b="43944"/>
          <a:stretch>
            <a:fillRect/>
          </a:stretch>
        </p:blipFill>
        <p:spPr>
          <a:xfrm>
            <a:off x="4263783" y="4686534"/>
            <a:ext cx="349917" cy="171320"/>
          </a:xfrm>
          <a:prstGeom prst="rect">
            <a:avLst/>
          </a:prstGeom>
        </p:spPr>
      </p:pic>
      <p:pic>
        <p:nvPicPr>
          <p:cNvPr id="55" name="그림 54" descr="스크린샷, 소프트웨어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EA3AD5-B5DC-9ABA-E4CF-2E833787AD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240" t="53560" r="52326" b="43944"/>
          <a:stretch>
            <a:fillRect/>
          </a:stretch>
        </p:blipFill>
        <p:spPr>
          <a:xfrm>
            <a:off x="4264794" y="4995013"/>
            <a:ext cx="349917" cy="171320"/>
          </a:xfrm>
          <a:prstGeom prst="rect">
            <a:avLst/>
          </a:prstGeom>
        </p:spPr>
      </p:pic>
      <p:pic>
        <p:nvPicPr>
          <p:cNvPr id="62" name="그림 61" descr="스크린샷, 소프트웨어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4DE9EE-5A18-AB78-F2FD-FEEFD0CF86B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240" t="53560" r="52326" b="43944"/>
          <a:stretch>
            <a:fillRect/>
          </a:stretch>
        </p:blipFill>
        <p:spPr>
          <a:xfrm>
            <a:off x="4264794" y="5319822"/>
            <a:ext cx="349917" cy="171320"/>
          </a:xfrm>
          <a:prstGeom prst="rect">
            <a:avLst/>
          </a:prstGeom>
        </p:spPr>
      </p:pic>
      <p:pic>
        <p:nvPicPr>
          <p:cNvPr id="63" name="그림 62" descr="스크린샷, 소프트웨어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FE5FC3-40D2-5D82-2F06-64EF9C1420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240" t="53560" r="52326" b="43944"/>
          <a:stretch>
            <a:fillRect/>
          </a:stretch>
        </p:blipFill>
        <p:spPr>
          <a:xfrm>
            <a:off x="6559808" y="4368634"/>
            <a:ext cx="349917" cy="171320"/>
          </a:xfrm>
          <a:prstGeom prst="rect">
            <a:avLst/>
          </a:prstGeom>
        </p:spPr>
      </p:pic>
      <p:sp>
        <p:nvSpPr>
          <p:cNvPr id="84" name="액자 83">
            <a:extLst>
              <a:ext uri="{FF2B5EF4-FFF2-40B4-BE49-F238E27FC236}">
                <a16:creationId xmlns:a16="http://schemas.microsoft.com/office/drawing/2014/main" id="{B1C092BD-9344-16C8-1731-C7F516FD4D42}"/>
              </a:ext>
            </a:extLst>
          </p:cNvPr>
          <p:cNvSpPr/>
          <p:nvPr/>
        </p:nvSpPr>
        <p:spPr>
          <a:xfrm>
            <a:off x="4974552" y="468617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액자 88">
            <a:extLst>
              <a:ext uri="{FF2B5EF4-FFF2-40B4-BE49-F238E27FC236}">
                <a16:creationId xmlns:a16="http://schemas.microsoft.com/office/drawing/2014/main" id="{A2EC5D98-6617-EED8-EAB5-6ECDC4AA26D6}"/>
              </a:ext>
            </a:extLst>
          </p:cNvPr>
          <p:cNvSpPr/>
          <p:nvPr/>
        </p:nvSpPr>
        <p:spPr>
          <a:xfrm>
            <a:off x="4974551" y="500012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액자 89">
            <a:extLst>
              <a:ext uri="{FF2B5EF4-FFF2-40B4-BE49-F238E27FC236}">
                <a16:creationId xmlns:a16="http://schemas.microsoft.com/office/drawing/2014/main" id="{88D217F5-6101-F8F4-B923-94F7898A4B9C}"/>
              </a:ext>
            </a:extLst>
          </p:cNvPr>
          <p:cNvSpPr/>
          <p:nvPr/>
        </p:nvSpPr>
        <p:spPr>
          <a:xfrm>
            <a:off x="4973264" y="5335914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91" name="그림 90" descr="스크린샷, 소프트웨어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830150-E9DD-B140-9242-7A4579CC89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240" t="53560" r="52326" b="43944"/>
          <a:stretch>
            <a:fillRect/>
          </a:stretch>
        </p:blipFill>
        <p:spPr>
          <a:xfrm>
            <a:off x="6558872" y="4685257"/>
            <a:ext cx="349917" cy="171320"/>
          </a:xfrm>
          <a:prstGeom prst="rect">
            <a:avLst/>
          </a:prstGeom>
        </p:spPr>
      </p:pic>
      <p:pic>
        <p:nvPicPr>
          <p:cNvPr id="92" name="그림 91" descr="스크린샷, 소프트웨어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E193C7-0652-E1BB-C445-AF0C431AF0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240" t="53560" r="52326" b="43944"/>
          <a:stretch>
            <a:fillRect/>
          </a:stretch>
        </p:blipFill>
        <p:spPr>
          <a:xfrm>
            <a:off x="6559883" y="4993736"/>
            <a:ext cx="349917" cy="171320"/>
          </a:xfrm>
          <a:prstGeom prst="rect">
            <a:avLst/>
          </a:prstGeom>
        </p:spPr>
      </p:pic>
      <p:pic>
        <p:nvPicPr>
          <p:cNvPr id="93" name="그림 92" descr="스크린샷, 소프트웨어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03D6E7-4500-22E7-8D37-3FFB174453B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240" t="53560" r="52326" b="43944"/>
          <a:stretch>
            <a:fillRect/>
          </a:stretch>
        </p:blipFill>
        <p:spPr>
          <a:xfrm>
            <a:off x="6559883" y="5318545"/>
            <a:ext cx="349917" cy="171320"/>
          </a:xfrm>
          <a:prstGeom prst="rect">
            <a:avLst/>
          </a:prstGeom>
        </p:spPr>
      </p:pic>
      <p:sp>
        <p:nvSpPr>
          <p:cNvPr id="95" name="타원 94">
            <a:extLst>
              <a:ext uri="{FF2B5EF4-FFF2-40B4-BE49-F238E27FC236}">
                <a16:creationId xmlns:a16="http://schemas.microsoft.com/office/drawing/2014/main" id="{AEACC982-C669-AFFF-A975-EFA3A587CA13}"/>
              </a:ext>
            </a:extLst>
          </p:cNvPr>
          <p:cNvSpPr/>
          <p:nvPr/>
        </p:nvSpPr>
        <p:spPr>
          <a:xfrm>
            <a:off x="4139743" y="4380116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2AA5CA89-BD5C-4444-18C9-BBA7AB3817D4}"/>
              </a:ext>
            </a:extLst>
          </p:cNvPr>
          <p:cNvSpPr/>
          <p:nvPr/>
        </p:nvSpPr>
        <p:spPr>
          <a:xfrm>
            <a:off x="4658271" y="4380116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CCD6DDB4-F177-A901-4CF7-2BE23B016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939123"/>
              </p:ext>
            </p:extLst>
          </p:nvPr>
        </p:nvGraphicFramePr>
        <p:xfrm>
          <a:off x="2542824" y="2334681"/>
          <a:ext cx="4927332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80536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114697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100266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선택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DV0001_06_f.0000.UTF-8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2026-01-20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GALLERIA_DB_f.0021.UTF-8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갤러리아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상품데이터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2026-01-20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HDSHOP_DB_f.0000.UTF-8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더현대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sp>
        <p:nvSpPr>
          <p:cNvPr id="98" name="액자 97">
            <a:extLst>
              <a:ext uri="{FF2B5EF4-FFF2-40B4-BE49-F238E27FC236}">
                <a16:creationId xmlns:a16="http://schemas.microsoft.com/office/drawing/2014/main" id="{1D7B1120-1697-32BF-5679-1A3EDA697E2E}"/>
              </a:ext>
            </a:extLst>
          </p:cNvPr>
          <p:cNvSpPr/>
          <p:nvPr/>
        </p:nvSpPr>
        <p:spPr>
          <a:xfrm>
            <a:off x="6782444" y="2646475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액자 98">
            <a:extLst>
              <a:ext uri="{FF2B5EF4-FFF2-40B4-BE49-F238E27FC236}">
                <a16:creationId xmlns:a16="http://schemas.microsoft.com/office/drawing/2014/main" id="{A4AA11B6-981F-AFDE-610B-1D9590C258EA}"/>
              </a:ext>
            </a:extLst>
          </p:cNvPr>
          <p:cNvSpPr/>
          <p:nvPr/>
        </p:nvSpPr>
        <p:spPr>
          <a:xfrm>
            <a:off x="6782444" y="2982459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0" name="액자 99">
            <a:extLst>
              <a:ext uri="{FF2B5EF4-FFF2-40B4-BE49-F238E27FC236}">
                <a16:creationId xmlns:a16="http://schemas.microsoft.com/office/drawing/2014/main" id="{CAFCFD1F-9303-FFC1-B636-7E90F56F625E}"/>
              </a:ext>
            </a:extLst>
          </p:cNvPr>
          <p:cNvSpPr/>
          <p:nvPr/>
        </p:nvSpPr>
        <p:spPr>
          <a:xfrm>
            <a:off x="6782443" y="3296409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BF51D04-EDD1-F571-5FE3-A69D67F6F44E}"/>
              </a:ext>
            </a:extLst>
          </p:cNvPr>
          <p:cNvSpPr txBox="1"/>
          <p:nvPr/>
        </p:nvSpPr>
        <p:spPr>
          <a:xfrm>
            <a:off x="2473132" y="1985779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 불러오기</a:t>
            </a: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FFC34EAC-79B2-859E-0E1D-749CB7CB5963}"/>
              </a:ext>
            </a:extLst>
          </p:cNvPr>
          <p:cNvSpPr/>
          <p:nvPr/>
        </p:nvSpPr>
        <p:spPr>
          <a:xfrm>
            <a:off x="6614854" y="263917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1666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92C5D-94FA-DB1B-DBD1-A293F9FFA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AE4D1EE-8E50-18E7-EA78-FE6AE5809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292770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실행하기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62DA0C84-69C7-F9FE-0E25-11CDDF9A8C45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12552EF-B46F-7F33-7B88-B1505B7C4682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34B23DF-F19A-04D8-AF47-475176D6C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9A99F2C-E794-FCA0-564E-B67C36285D5D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62178A-E2C2-492B-C40F-D6B6312A003E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278540-E060-5BCB-CD95-F8344ED3EAAD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E332E4-0A77-A24B-F691-5F1588A1EAB3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ED6713-0D47-4C53-A80E-F0471A7223E3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66CF76-5870-5FE8-B60F-0463A95B1CB1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CEF39F2-EE02-F3A5-7528-90CE433F2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252F47-71B8-99EF-4C22-0C618A11375A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260B5DD-83FE-342B-52FF-A3B17B10CF35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9B91E87-3E11-FF98-A1B5-CAC15E68EEB7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20E048-C7EC-A011-49A2-21AFB6971B6E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7C28F71-4FC3-78D4-40FF-C2885BB2E456}"/>
              </a:ext>
            </a:extLst>
          </p:cNvPr>
          <p:cNvGraphicFramePr>
            <a:graphicFrameLocks noGrp="1"/>
          </p:cNvGraphicFramePr>
          <p:nvPr/>
        </p:nvGraphicFramePr>
        <p:xfrm>
          <a:off x="1743170" y="3158170"/>
          <a:ext cx="6159168" cy="12714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생성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1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갤러리아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상품데이터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상품데이터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상품데이터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C2C08820-38BE-12FA-C218-4D16A08F5B14}"/>
              </a:ext>
            </a:extLst>
          </p:cNvPr>
          <p:cNvSpPr/>
          <p:nvPr/>
        </p:nvSpPr>
        <p:spPr>
          <a:xfrm>
            <a:off x="2148742" y="2451156"/>
            <a:ext cx="712649" cy="217714"/>
          </a:xfrm>
          <a:prstGeom prst="rect">
            <a:avLst/>
          </a:prstGeom>
          <a:solidFill>
            <a:schemeClr val="bg1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159C91-0F6F-5DE6-6B41-FD365989781F}"/>
              </a:ext>
            </a:extLst>
          </p:cNvPr>
          <p:cNvSpPr txBox="1"/>
          <p:nvPr/>
        </p:nvSpPr>
        <p:spPr>
          <a:xfrm>
            <a:off x="2196344" y="245535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상품데이터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6FE4FA-59D3-32F2-5997-8CAFBF17F5DA}"/>
              </a:ext>
            </a:extLst>
          </p:cNvPr>
          <p:cNvSpPr/>
          <p:nvPr/>
        </p:nvSpPr>
        <p:spPr>
          <a:xfrm>
            <a:off x="1412242" y="2447109"/>
            <a:ext cx="712649" cy="217714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360090-6075-030C-29C9-46047E0FDFCA}"/>
              </a:ext>
            </a:extLst>
          </p:cNvPr>
          <p:cNvSpPr txBox="1"/>
          <p:nvPr/>
        </p:nvSpPr>
        <p:spPr>
          <a:xfrm>
            <a:off x="1503389" y="2451311"/>
            <a:ext cx="5629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질의로그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C3972A1-2E66-2719-40F3-92068C2E2840}"/>
              </a:ext>
            </a:extLst>
          </p:cNvPr>
          <p:cNvSpPr/>
          <p:nvPr/>
        </p:nvSpPr>
        <p:spPr>
          <a:xfrm>
            <a:off x="2161185" y="2665018"/>
            <a:ext cx="712649" cy="134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A82E6D11-2D6A-E2FE-98B8-3DF59D484DE2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A4B364A2-42EE-6675-0C05-A0A3E54F8DD4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액자 60">
            <a:extLst>
              <a:ext uri="{FF2B5EF4-FFF2-40B4-BE49-F238E27FC236}">
                <a16:creationId xmlns:a16="http://schemas.microsoft.com/office/drawing/2014/main" id="{A77066DC-7FAB-04DA-0BFD-9B0359282DBE}"/>
              </a:ext>
            </a:extLst>
          </p:cNvPr>
          <p:cNvSpPr/>
          <p:nvPr/>
        </p:nvSpPr>
        <p:spPr>
          <a:xfrm>
            <a:off x="1913167" y="421183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26E362-E5C8-D360-DA1C-057B0D1CD4DF}"/>
              </a:ext>
            </a:extLst>
          </p:cNvPr>
          <p:cNvSpPr/>
          <p:nvPr/>
        </p:nvSpPr>
        <p:spPr>
          <a:xfrm>
            <a:off x="570067" y="1689629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18A2230-9860-E3EA-3CA8-C20D4011BC55}"/>
              </a:ext>
            </a:extLst>
          </p:cNvPr>
          <p:cNvGrpSpPr/>
          <p:nvPr/>
        </p:nvGrpSpPr>
        <p:grpSpPr>
          <a:xfrm>
            <a:off x="3951447" y="1990106"/>
            <a:ext cx="712649" cy="235034"/>
            <a:chOff x="2148742" y="2451156"/>
            <a:chExt cx="712649" cy="235034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C7C18F7-1FB8-22E6-FB7E-56025C76382E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892EE7B-C19F-A78F-D185-5801647C3DEF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1497DCE-B67C-203E-1A7B-5E0D92D5A0DC}"/>
              </a:ext>
            </a:extLst>
          </p:cNvPr>
          <p:cNvGrpSpPr/>
          <p:nvPr/>
        </p:nvGrpSpPr>
        <p:grpSpPr>
          <a:xfrm>
            <a:off x="3214947" y="1986059"/>
            <a:ext cx="712649" cy="352667"/>
            <a:chOff x="1412242" y="2447109"/>
            <a:chExt cx="712649" cy="352667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BEE972EF-0904-ECE8-5944-E8F03176FE7C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17534F5-48E9-28A9-5B9D-2341984CCAD7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B4E28E2B-5BCB-66F3-6B57-9A8EBFF32CD5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8036608-40AD-565D-C55F-EB35EADE3512}"/>
              </a:ext>
            </a:extLst>
          </p:cNvPr>
          <p:cNvSpPr/>
          <p:nvPr/>
        </p:nvSpPr>
        <p:spPr>
          <a:xfrm>
            <a:off x="3139211" y="1837505"/>
            <a:ext cx="3412903" cy="333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7311C97-0AFB-8BF1-C00D-9F61A5C796BE}"/>
              </a:ext>
            </a:extLst>
          </p:cNvPr>
          <p:cNvSpPr txBox="1"/>
          <p:nvPr/>
        </p:nvSpPr>
        <p:spPr>
          <a:xfrm>
            <a:off x="3283541" y="2012151"/>
            <a:ext cx="1072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전처리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 실행하기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3FC8486B-4427-7411-A3A6-786F9F29C764}"/>
              </a:ext>
            </a:extLst>
          </p:cNvPr>
          <p:cNvSpPr/>
          <p:nvPr/>
        </p:nvSpPr>
        <p:spPr>
          <a:xfrm>
            <a:off x="4766964" y="4755729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60A926D-97B1-B3A2-08DD-120DB72BC177}"/>
              </a:ext>
            </a:extLst>
          </p:cNvPr>
          <p:cNvSpPr txBox="1"/>
          <p:nvPr/>
        </p:nvSpPr>
        <p:spPr>
          <a:xfrm>
            <a:off x="4974725" y="4774900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27B10EC7-5C09-3ADF-26CD-8C467F841B9B}"/>
              </a:ext>
            </a:extLst>
          </p:cNvPr>
          <p:cNvSpPr/>
          <p:nvPr/>
        </p:nvSpPr>
        <p:spPr>
          <a:xfrm>
            <a:off x="5604759" y="4752767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EB1F67A-02F3-0DF7-41BF-D63CA0F4A45A}"/>
              </a:ext>
            </a:extLst>
          </p:cNvPr>
          <p:cNvSpPr txBox="1"/>
          <p:nvPr/>
        </p:nvSpPr>
        <p:spPr>
          <a:xfrm>
            <a:off x="5814920" y="477002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5703388B-1676-D7D2-4BE1-50FACEEA82A1}"/>
              </a:ext>
            </a:extLst>
          </p:cNvPr>
          <p:cNvSpPr/>
          <p:nvPr/>
        </p:nvSpPr>
        <p:spPr>
          <a:xfrm>
            <a:off x="5728644" y="481315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4497A19A-10E3-CE9D-97B4-51F7D6D32349}"/>
              </a:ext>
            </a:extLst>
          </p:cNvPr>
          <p:cNvSpPr/>
          <p:nvPr/>
        </p:nvSpPr>
        <p:spPr>
          <a:xfrm>
            <a:off x="4879253" y="481315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C8EBF8-D3D5-7857-7E97-92563AAC956B}"/>
              </a:ext>
            </a:extLst>
          </p:cNvPr>
          <p:cNvSpPr txBox="1"/>
          <p:nvPr/>
        </p:nvSpPr>
        <p:spPr>
          <a:xfrm>
            <a:off x="3306094" y="2421600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기반사전 선택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8FA8F4E-F62F-C955-25B1-0CE3CE82D02C}"/>
              </a:ext>
            </a:extLst>
          </p:cNvPr>
          <p:cNvSpPr/>
          <p:nvPr/>
        </p:nvSpPr>
        <p:spPr>
          <a:xfrm>
            <a:off x="3405052" y="2715816"/>
            <a:ext cx="1035702" cy="148975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액자 101">
            <a:extLst>
              <a:ext uri="{FF2B5EF4-FFF2-40B4-BE49-F238E27FC236}">
                <a16:creationId xmlns:a16="http://schemas.microsoft.com/office/drawing/2014/main" id="{CC50AFB3-8F27-CC4A-E354-365DE7CD8702}"/>
              </a:ext>
            </a:extLst>
          </p:cNvPr>
          <p:cNvSpPr/>
          <p:nvPr/>
        </p:nvSpPr>
        <p:spPr>
          <a:xfrm>
            <a:off x="3485051" y="2830847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F214A72-0B6F-DC63-619B-E27BBB2CD356}"/>
              </a:ext>
            </a:extLst>
          </p:cNvPr>
          <p:cNvSpPr txBox="1"/>
          <p:nvPr/>
        </p:nvSpPr>
        <p:spPr>
          <a:xfrm>
            <a:off x="3578370" y="2765448"/>
            <a:ext cx="777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Hmall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104" name="액자 103">
            <a:extLst>
              <a:ext uri="{FF2B5EF4-FFF2-40B4-BE49-F238E27FC236}">
                <a16:creationId xmlns:a16="http://schemas.microsoft.com/office/drawing/2014/main" id="{31281967-CE7B-55BC-9903-8B9F226A86DA}"/>
              </a:ext>
            </a:extLst>
          </p:cNvPr>
          <p:cNvSpPr/>
          <p:nvPr/>
        </p:nvSpPr>
        <p:spPr>
          <a:xfrm>
            <a:off x="3488392" y="3097915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AD7BFB7-78A1-6CB0-7521-576AF677058B}"/>
              </a:ext>
            </a:extLst>
          </p:cNvPr>
          <p:cNvSpPr txBox="1"/>
          <p:nvPr/>
        </p:nvSpPr>
        <p:spPr>
          <a:xfrm>
            <a:off x="3581711" y="3032516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epost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106" name="액자 105">
            <a:extLst>
              <a:ext uri="{FF2B5EF4-FFF2-40B4-BE49-F238E27FC236}">
                <a16:creationId xmlns:a16="http://schemas.microsoft.com/office/drawing/2014/main" id="{674CC73A-A32F-34E4-1EF8-22555FE67ACF}"/>
              </a:ext>
            </a:extLst>
          </p:cNvPr>
          <p:cNvSpPr/>
          <p:nvPr/>
        </p:nvSpPr>
        <p:spPr>
          <a:xfrm>
            <a:off x="3485051" y="3353833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01A23C7-C331-6818-BE70-8574A21A66CE}"/>
              </a:ext>
            </a:extLst>
          </p:cNvPr>
          <p:cNvSpPr txBox="1"/>
          <p:nvPr/>
        </p:nvSpPr>
        <p:spPr>
          <a:xfrm>
            <a:off x="3578370" y="3288434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신성통상</a:t>
            </a:r>
          </a:p>
        </p:txBody>
      </p:sp>
      <p:sp>
        <p:nvSpPr>
          <p:cNvPr id="108" name="액자 107">
            <a:extLst>
              <a:ext uri="{FF2B5EF4-FFF2-40B4-BE49-F238E27FC236}">
                <a16:creationId xmlns:a16="http://schemas.microsoft.com/office/drawing/2014/main" id="{43B90CD6-B182-318C-BCF7-F82B6DC5EFE2}"/>
              </a:ext>
            </a:extLst>
          </p:cNvPr>
          <p:cNvSpPr/>
          <p:nvPr/>
        </p:nvSpPr>
        <p:spPr>
          <a:xfrm>
            <a:off x="3488392" y="3616314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182B54B-913F-3D13-DC11-1DBB0CE856D8}"/>
              </a:ext>
            </a:extLst>
          </p:cNvPr>
          <p:cNvSpPr txBox="1"/>
          <p:nvPr/>
        </p:nvSpPr>
        <p:spPr>
          <a:xfrm>
            <a:off x="3581711" y="3550915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갤러리아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110" name="액자 109">
            <a:extLst>
              <a:ext uri="{FF2B5EF4-FFF2-40B4-BE49-F238E27FC236}">
                <a16:creationId xmlns:a16="http://schemas.microsoft.com/office/drawing/2014/main" id="{878D9876-D355-2B85-D905-B29934AFA1D3}"/>
              </a:ext>
            </a:extLst>
          </p:cNvPr>
          <p:cNvSpPr/>
          <p:nvPr/>
        </p:nvSpPr>
        <p:spPr>
          <a:xfrm>
            <a:off x="3484819" y="3872772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FCE1764-2B6B-EAA1-28D3-8607335DA77A}"/>
              </a:ext>
            </a:extLst>
          </p:cNvPr>
          <p:cNvSpPr txBox="1"/>
          <p:nvPr/>
        </p:nvSpPr>
        <p:spPr>
          <a:xfrm>
            <a:off x="3578138" y="3807373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더현대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89F613D-28CD-2F2A-2368-1583DDAC4E4D}"/>
              </a:ext>
            </a:extLst>
          </p:cNvPr>
          <p:cNvSpPr txBox="1"/>
          <p:nvPr/>
        </p:nvSpPr>
        <p:spPr>
          <a:xfrm>
            <a:off x="5047805" y="2417630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형태소 분석기 선택</a:t>
            </a:r>
          </a:p>
        </p:txBody>
      </p:sp>
      <p:sp>
        <p:nvSpPr>
          <p:cNvPr id="113" name="액자 112">
            <a:extLst>
              <a:ext uri="{FF2B5EF4-FFF2-40B4-BE49-F238E27FC236}">
                <a16:creationId xmlns:a16="http://schemas.microsoft.com/office/drawing/2014/main" id="{F9792882-66EC-1B81-96C8-F104816C7497}"/>
              </a:ext>
            </a:extLst>
          </p:cNvPr>
          <p:cNvSpPr/>
          <p:nvPr/>
        </p:nvSpPr>
        <p:spPr>
          <a:xfrm>
            <a:off x="5135297" y="2766456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33C8FBE-8176-4FFA-4DB4-9910345D74C9}"/>
              </a:ext>
            </a:extLst>
          </p:cNvPr>
          <p:cNvSpPr txBox="1"/>
          <p:nvPr/>
        </p:nvSpPr>
        <p:spPr>
          <a:xfrm>
            <a:off x="5228616" y="2701057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cotton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115" name="액자 114">
            <a:extLst>
              <a:ext uri="{FF2B5EF4-FFF2-40B4-BE49-F238E27FC236}">
                <a16:creationId xmlns:a16="http://schemas.microsoft.com/office/drawing/2014/main" id="{54CAF1B5-35AC-221A-D907-1A0683F3C780}"/>
              </a:ext>
            </a:extLst>
          </p:cNvPr>
          <p:cNvSpPr/>
          <p:nvPr/>
        </p:nvSpPr>
        <p:spPr>
          <a:xfrm>
            <a:off x="5135297" y="3014502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DBE7CDD-7631-35B8-E8DB-6B8A5BC008BC}"/>
              </a:ext>
            </a:extLst>
          </p:cNvPr>
          <p:cNvSpPr txBox="1"/>
          <p:nvPr/>
        </p:nvSpPr>
        <p:spPr>
          <a:xfrm>
            <a:off x="5228616" y="2949103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full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2C0A2EDD-1E73-841A-E457-67371F4145A1}"/>
              </a:ext>
            </a:extLst>
          </p:cNvPr>
          <p:cNvSpPr/>
          <p:nvPr/>
        </p:nvSpPr>
        <p:spPr>
          <a:xfrm>
            <a:off x="4947041" y="275110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85B2FFA0-4F5D-3F9B-9AAB-4A4659FFC29B}"/>
              </a:ext>
            </a:extLst>
          </p:cNvPr>
          <p:cNvSpPr/>
          <p:nvPr/>
        </p:nvSpPr>
        <p:spPr>
          <a:xfrm>
            <a:off x="3280115" y="2807258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0CC1A331-4131-2963-4E5B-E9FA64724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727406"/>
              </p:ext>
            </p:extLst>
          </p:nvPr>
        </p:nvGraphicFramePr>
        <p:xfrm>
          <a:off x="9755558" y="0"/>
          <a:ext cx="2436441" cy="3755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기반사전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형태소분석기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428379"/>
                  </a:ext>
                </a:extLst>
              </a:tr>
              <a:tr h="110391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실행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옵션별 값이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개 이상 선택 되어있을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99513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787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F3D6-09DD-ED18-DA5A-C2710D2B3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5916079-A1F9-3410-1CD8-F2554F12A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483984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내보내기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B1532789-4571-3818-40F9-3FA70F9934E1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A6C821-0602-1ABC-F2B1-39AB908386E2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499B536E-923F-2EAC-EF96-7B34F81F52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D8C2177-4631-6878-DB1B-254C967568F0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48EED2-2EF0-B3C1-3462-DCB921C32CDA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EFA59B-0FA4-C3AD-2763-393F7AF17BF9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B95254-DE41-B5D5-905D-235C848FDAD4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8FB99E-2D7C-8634-23E3-9E6E169A05A2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3B0EC4-8DCE-1A32-4FA6-1B4AD5EA2305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AD960B6-8E6F-B401-42CB-2EB9B27351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59EE1B2-953F-9C47-06EF-DFF573070B7A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809CE7-CDB2-300D-557D-8BEC996E5369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B4B004E-B30C-060C-A900-9B53C3A07EB2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36F057-BF31-4794-060E-9B96E37CEED4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8B63E23-837D-CE06-585C-742481EBDB47}"/>
              </a:ext>
            </a:extLst>
          </p:cNvPr>
          <p:cNvGraphicFramePr>
            <a:graphicFrameLocks noGrp="1"/>
          </p:cNvGraphicFramePr>
          <p:nvPr/>
        </p:nvGraphicFramePr>
        <p:xfrm>
          <a:off x="1743170" y="3158170"/>
          <a:ext cx="6159168" cy="12714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생성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1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갤러리아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상품데이터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상품데이터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상품데이터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9FD4AA67-88F0-8811-6943-58B404FCE58B}"/>
              </a:ext>
            </a:extLst>
          </p:cNvPr>
          <p:cNvSpPr/>
          <p:nvPr/>
        </p:nvSpPr>
        <p:spPr>
          <a:xfrm>
            <a:off x="2148742" y="2451156"/>
            <a:ext cx="712649" cy="217714"/>
          </a:xfrm>
          <a:prstGeom prst="rect">
            <a:avLst/>
          </a:prstGeom>
          <a:solidFill>
            <a:schemeClr val="bg1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D5849D-1071-51AB-7EE0-1873B480CBAC}"/>
              </a:ext>
            </a:extLst>
          </p:cNvPr>
          <p:cNvSpPr txBox="1"/>
          <p:nvPr/>
        </p:nvSpPr>
        <p:spPr>
          <a:xfrm>
            <a:off x="2196344" y="245535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상품데이터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4DF6692-1B53-F9C7-31B8-C621E52CB0DA}"/>
              </a:ext>
            </a:extLst>
          </p:cNvPr>
          <p:cNvSpPr/>
          <p:nvPr/>
        </p:nvSpPr>
        <p:spPr>
          <a:xfrm>
            <a:off x="1412242" y="2447109"/>
            <a:ext cx="712649" cy="217714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18AAC-43B8-1E15-3762-3BACC25EFF39}"/>
              </a:ext>
            </a:extLst>
          </p:cNvPr>
          <p:cNvSpPr txBox="1"/>
          <p:nvPr/>
        </p:nvSpPr>
        <p:spPr>
          <a:xfrm>
            <a:off x="1503389" y="2451311"/>
            <a:ext cx="5629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질의로그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60C80F9-C968-17BD-99E0-CA062E76B279}"/>
              </a:ext>
            </a:extLst>
          </p:cNvPr>
          <p:cNvSpPr/>
          <p:nvPr/>
        </p:nvSpPr>
        <p:spPr>
          <a:xfrm>
            <a:off x="2161185" y="2665018"/>
            <a:ext cx="712649" cy="134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1F1069E6-689A-BEEE-A436-8A3AE20C8647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4224E1A7-0329-E2B3-26BE-33C8804F291A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액자 60">
            <a:extLst>
              <a:ext uri="{FF2B5EF4-FFF2-40B4-BE49-F238E27FC236}">
                <a16:creationId xmlns:a16="http://schemas.microsoft.com/office/drawing/2014/main" id="{A0C37C33-3444-7C92-CB39-21E77F6D349B}"/>
              </a:ext>
            </a:extLst>
          </p:cNvPr>
          <p:cNvSpPr/>
          <p:nvPr/>
        </p:nvSpPr>
        <p:spPr>
          <a:xfrm>
            <a:off x="1913167" y="421183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A8E91B-2D8B-4E72-BAD4-40B9A6100390}"/>
              </a:ext>
            </a:extLst>
          </p:cNvPr>
          <p:cNvSpPr/>
          <p:nvPr/>
        </p:nvSpPr>
        <p:spPr>
          <a:xfrm>
            <a:off x="570067" y="1689629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58F1742-2711-0779-4247-719D79529DC7}"/>
              </a:ext>
            </a:extLst>
          </p:cNvPr>
          <p:cNvGrpSpPr/>
          <p:nvPr/>
        </p:nvGrpSpPr>
        <p:grpSpPr>
          <a:xfrm>
            <a:off x="3951447" y="1990106"/>
            <a:ext cx="712649" cy="235034"/>
            <a:chOff x="2148742" y="2451156"/>
            <a:chExt cx="712649" cy="235034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B400463-5344-7424-6605-61955928BBDC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16052F4-D25D-31BD-C0E8-75FA0F64EDF4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8F9EE90-9FF9-6F00-BA4C-E64AF555AB7B}"/>
              </a:ext>
            </a:extLst>
          </p:cNvPr>
          <p:cNvGrpSpPr/>
          <p:nvPr/>
        </p:nvGrpSpPr>
        <p:grpSpPr>
          <a:xfrm>
            <a:off x="3214947" y="1986059"/>
            <a:ext cx="712649" cy="352667"/>
            <a:chOff x="1412242" y="2447109"/>
            <a:chExt cx="712649" cy="352667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A32D9B1-EC46-5DBE-6F3C-0D16185153DD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BA2EF66-307D-EE3F-87B0-B1C059CA3AC4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E80D2A1-895F-8886-AE96-309265F08F07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364C950-3C76-54DD-B0F1-1A177A3F9F4B}"/>
              </a:ext>
            </a:extLst>
          </p:cNvPr>
          <p:cNvSpPr/>
          <p:nvPr/>
        </p:nvSpPr>
        <p:spPr>
          <a:xfrm>
            <a:off x="3139211" y="1837505"/>
            <a:ext cx="3412903" cy="333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C79062-D7B0-F198-58A9-DE52FE89B3F8}"/>
              </a:ext>
            </a:extLst>
          </p:cNvPr>
          <p:cNvSpPr txBox="1"/>
          <p:nvPr/>
        </p:nvSpPr>
        <p:spPr>
          <a:xfrm>
            <a:off x="3283541" y="2012151"/>
            <a:ext cx="6655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내보내기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9FAE62A-653E-B0E7-F6E2-8F9EBA69A054}"/>
              </a:ext>
            </a:extLst>
          </p:cNvPr>
          <p:cNvSpPr/>
          <p:nvPr/>
        </p:nvSpPr>
        <p:spPr>
          <a:xfrm>
            <a:off x="4766964" y="4755729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F223B-3632-4C22-16DF-FBD628EDA226}"/>
              </a:ext>
            </a:extLst>
          </p:cNvPr>
          <p:cNvSpPr txBox="1"/>
          <p:nvPr/>
        </p:nvSpPr>
        <p:spPr>
          <a:xfrm>
            <a:off x="4974725" y="4774900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8F42945-8457-C63D-AEA0-FE97C4A57F6E}"/>
              </a:ext>
            </a:extLst>
          </p:cNvPr>
          <p:cNvSpPr/>
          <p:nvPr/>
        </p:nvSpPr>
        <p:spPr>
          <a:xfrm>
            <a:off x="5604759" y="4752767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64808F-4A82-9564-ACD0-230B470DCE38}"/>
              </a:ext>
            </a:extLst>
          </p:cNvPr>
          <p:cNvSpPr txBox="1"/>
          <p:nvPr/>
        </p:nvSpPr>
        <p:spPr>
          <a:xfrm>
            <a:off x="5814920" y="477002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9941EE9-6695-197A-B295-0A266682181F}"/>
              </a:ext>
            </a:extLst>
          </p:cNvPr>
          <p:cNvSpPr/>
          <p:nvPr/>
        </p:nvSpPr>
        <p:spPr>
          <a:xfrm>
            <a:off x="5728644" y="481315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FF3EBF1-8ED0-7DF1-B3C6-BDF53B6918E3}"/>
              </a:ext>
            </a:extLst>
          </p:cNvPr>
          <p:cNvSpPr/>
          <p:nvPr/>
        </p:nvSpPr>
        <p:spPr>
          <a:xfrm>
            <a:off x="4879253" y="481315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700018-0100-76A6-AC71-3DADF3F8FD62}"/>
              </a:ext>
            </a:extLst>
          </p:cNvPr>
          <p:cNvSpPr txBox="1"/>
          <p:nvPr/>
        </p:nvSpPr>
        <p:spPr>
          <a:xfrm>
            <a:off x="3307371" y="2400575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분할 개수</a:t>
            </a:r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(n)</a:t>
            </a:r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 설정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03046E-A1B2-40D1-B7A0-CD9E59136D4F}"/>
              </a:ext>
            </a:extLst>
          </p:cNvPr>
          <p:cNvSpPr/>
          <p:nvPr/>
        </p:nvSpPr>
        <p:spPr>
          <a:xfrm>
            <a:off x="3428952" y="2694029"/>
            <a:ext cx="522107" cy="19296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860BBC-69A8-D307-1819-29C21621957B}"/>
              </a:ext>
            </a:extLst>
          </p:cNvPr>
          <p:cNvSpPr txBox="1"/>
          <p:nvPr/>
        </p:nvSpPr>
        <p:spPr>
          <a:xfrm>
            <a:off x="3733548" y="2674721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3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D6E04EC-6EA1-CD26-B9D7-86178546D520}"/>
              </a:ext>
            </a:extLst>
          </p:cNvPr>
          <p:cNvSpPr/>
          <p:nvPr/>
        </p:nvSpPr>
        <p:spPr>
          <a:xfrm>
            <a:off x="3255843" y="270891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657F7A-055C-80E2-D44B-A726598C19AE}"/>
              </a:ext>
            </a:extLst>
          </p:cNvPr>
          <p:cNvSpPr txBox="1"/>
          <p:nvPr/>
        </p:nvSpPr>
        <p:spPr>
          <a:xfrm>
            <a:off x="3309888" y="3163960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저장 위치 설정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92357BD-6F63-5F52-740E-E8D45B42606C}"/>
              </a:ext>
            </a:extLst>
          </p:cNvPr>
          <p:cNvSpPr/>
          <p:nvPr/>
        </p:nvSpPr>
        <p:spPr>
          <a:xfrm>
            <a:off x="3431469" y="3457414"/>
            <a:ext cx="1543256" cy="20721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237A9C0-BE5D-5443-D197-CB1F2818E656}"/>
              </a:ext>
            </a:extLst>
          </p:cNvPr>
          <p:cNvSpPr/>
          <p:nvPr/>
        </p:nvSpPr>
        <p:spPr>
          <a:xfrm>
            <a:off x="5041494" y="3457415"/>
            <a:ext cx="423701" cy="2072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29B390-03B4-88CB-6295-A66A7B09FCB7}"/>
              </a:ext>
            </a:extLst>
          </p:cNvPr>
          <p:cNvSpPr txBox="1"/>
          <p:nvPr/>
        </p:nvSpPr>
        <p:spPr>
          <a:xfrm>
            <a:off x="5072205" y="346717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선택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057AD51-A88C-B15E-13CE-B63FD91EDC31}"/>
              </a:ext>
            </a:extLst>
          </p:cNvPr>
          <p:cNvSpPr/>
          <p:nvPr/>
        </p:nvSpPr>
        <p:spPr>
          <a:xfrm>
            <a:off x="4980542" y="348874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103CF8-33E0-0267-157B-7EBE3E193DF3}"/>
              </a:ext>
            </a:extLst>
          </p:cNvPr>
          <p:cNvSpPr txBox="1"/>
          <p:nvPr/>
        </p:nvSpPr>
        <p:spPr>
          <a:xfrm>
            <a:off x="3385407" y="3464573"/>
            <a:ext cx="16706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바탕화면</a:t>
            </a:r>
            <a:r>
              <a:rPr lang="en-US" altLang="ko-KR" sz="700" dirty="0">
                <a:latin typeface="+mn-ea"/>
              </a:rPr>
              <a:t>&gt;</a:t>
            </a:r>
            <a:r>
              <a:rPr lang="ko-KR" altLang="en-US" sz="700" dirty="0" err="1">
                <a:latin typeface="+mn-ea"/>
              </a:rPr>
              <a:t>지식팀</a:t>
            </a:r>
            <a:r>
              <a:rPr lang="en-US" altLang="ko-KR" sz="700" dirty="0">
                <a:latin typeface="+mn-ea"/>
              </a:rPr>
              <a:t>&gt;</a:t>
            </a:r>
            <a:r>
              <a:rPr lang="ko-KR" altLang="en-US" sz="700" dirty="0">
                <a:latin typeface="+mn-ea"/>
              </a:rPr>
              <a:t>상품데이터</a:t>
            </a:r>
            <a:r>
              <a:rPr lang="en-US" altLang="ko-KR" sz="700" dirty="0">
                <a:latin typeface="+mn-ea"/>
              </a:rPr>
              <a:t>&gt;</a:t>
            </a:r>
            <a:r>
              <a:rPr lang="en-US" altLang="ko-KR" sz="700" dirty="0" err="1">
                <a:latin typeface="+mn-ea"/>
              </a:rPr>
              <a:t>hmall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BA9C0E92-09C7-2AE1-9BB9-C9F8F906E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911334"/>
              </p:ext>
            </p:extLst>
          </p:nvPr>
        </p:nvGraphicFramePr>
        <p:xfrm>
          <a:off x="9755558" y="0"/>
          <a:ext cx="2436441" cy="3755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숫자 입력하여 분할 개수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n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값 설정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선택 버튼 클릭 시 파일 저장 경로 선택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경로 선택 후 좌측에 지정한 경로명이 출력됨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428379"/>
                  </a:ext>
                </a:extLst>
              </a:tr>
              <a:tr h="110391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파일 로컬 다운로드 완료됨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입력창에 숫자가 입력되어 있을 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저장 경로를 설정 완료했을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99513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552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E32D0-FF1C-6EF7-43A6-3851A442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472D315-757B-64F8-BD84-48341514D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02539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상품데이터탭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휴지통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alert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1AF945A-1C37-D0A6-D293-EBDD0ADB4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585470"/>
              </p:ext>
            </p:extLst>
          </p:nvPr>
        </p:nvGraphicFramePr>
        <p:xfrm>
          <a:off x="9755558" y="0"/>
          <a:ext cx="2436441" cy="2107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1771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966652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목록에서 파일 삭제됨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84898"/>
                  </a:ext>
                </a:extLst>
              </a:tr>
              <a:tr h="9231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초기화 되지 않고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77767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C7F73D0C-FDB4-B674-568F-BA09E15E0B1B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C062352-B139-B01A-9D4E-55D5C21F9E75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D36DF03-935C-04DC-EECD-DB507A6958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6CC71CF9-729D-17DD-C028-19370F927ACE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E39470-53E6-9879-3B3F-F9772DE3353A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49EB15-EA5A-E4FE-E928-513901AC2E11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D01662-4103-EB2D-15E5-9C2769488BC6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86A24C-8D81-D5BB-B82E-E6449B3ADF29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3C16BA-58CC-6EAB-DF5E-E24EB578381B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813E3E1-FCE6-D50C-05C5-F84D20EBE9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D08C4F-7FAC-3DE7-EE89-3C2FC9B1BA6D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99A5EE0-2843-DB34-97C1-39B62FA77780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905450C-B094-8751-C5B7-510B21A65985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A65833-10F0-4AC7-32E8-56B7E4AFB801}"/>
              </a:ext>
            </a:extLst>
          </p:cNvPr>
          <p:cNvSpPr txBox="1"/>
          <p:nvPr/>
        </p:nvSpPr>
        <p:spPr>
          <a:xfrm>
            <a:off x="1062047" y="195466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</a:t>
            </a:r>
            <a:r>
              <a:rPr lang="en-US" altLang="ko-KR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/ 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상품데이터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DFA76BE-E2B6-5727-F030-658F2470827A}"/>
              </a:ext>
            </a:extLst>
          </p:cNvPr>
          <p:cNvGraphicFramePr>
            <a:graphicFrameLocks noGrp="1"/>
          </p:cNvGraphicFramePr>
          <p:nvPr/>
        </p:nvGraphicFramePr>
        <p:xfrm>
          <a:off x="1743170" y="3158170"/>
          <a:ext cx="6159168" cy="12714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생성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DV0001_06_f.0000.UTF-8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상품데이터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GALLERIA_DB_f.0021.UTF-8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갤러리아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상품데이터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HDSHOP_DB_f.0000.UTF-8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더현대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상품데이터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3A15BBBD-3A82-F5C4-A970-3BA02740CC33}"/>
              </a:ext>
            </a:extLst>
          </p:cNvPr>
          <p:cNvGrpSpPr/>
          <p:nvPr/>
        </p:nvGrpSpPr>
        <p:grpSpPr>
          <a:xfrm>
            <a:off x="6057783" y="3518268"/>
            <a:ext cx="632066" cy="230777"/>
            <a:chOff x="7050566" y="3431181"/>
            <a:chExt cx="632066" cy="23077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6496C9C4-8260-D21A-AD68-CBD6EB361EEB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40F499-ADFB-E355-6FA7-CCD62B9AF690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F4AFC4D6-5C39-92AD-FFE0-DE2DEB22F4D5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CA857DA-C2C6-968C-009B-83D8D0CC2248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>
                <a:extLst>
                  <a:ext uri="{FF2B5EF4-FFF2-40B4-BE49-F238E27FC236}">
                    <a16:creationId xmlns:a16="http://schemas.microsoft.com/office/drawing/2014/main" id="{0E63CD7F-372E-D2D7-8718-A40119C2A2E5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72D168A-4CC8-5082-2A47-269C8B951F62}"/>
              </a:ext>
            </a:extLst>
          </p:cNvPr>
          <p:cNvSpPr/>
          <p:nvPr/>
        </p:nvSpPr>
        <p:spPr>
          <a:xfrm>
            <a:off x="6604763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9B6784-214A-AD4F-B175-D75C5A34C0A2}"/>
              </a:ext>
            </a:extLst>
          </p:cNvPr>
          <p:cNvSpPr txBox="1"/>
          <p:nvPr/>
        </p:nvSpPr>
        <p:spPr>
          <a:xfrm>
            <a:off x="6712326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22B3F7-AE3B-B7C8-CFA5-D95EEBC38297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5EDCB89-C33D-FECE-7FBA-CDAD48094F23}"/>
              </a:ext>
            </a:extLst>
          </p:cNvPr>
          <p:cNvSpPr/>
          <p:nvPr/>
        </p:nvSpPr>
        <p:spPr>
          <a:xfrm>
            <a:off x="2148742" y="2451156"/>
            <a:ext cx="712649" cy="217714"/>
          </a:xfrm>
          <a:prstGeom prst="rect">
            <a:avLst/>
          </a:prstGeom>
          <a:solidFill>
            <a:schemeClr val="bg1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9311D5-F506-A103-687C-138568349600}"/>
              </a:ext>
            </a:extLst>
          </p:cNvPr>
          <p:cNvSpPr txBox="1"/>
          <p:nvPr/>
        </p:nvSpPr>
        <p:spPr>
          <a:xfrm>
            <a:off x="2196344" y="2455358"/>
            <a:ext cx="6575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상품데이터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71702F7-5686-3CD6-1B53-FD0C000BB191}"/>
              </a:ext>
            </a:extLst>
          </p:cNvPr>
          <p:cNvSpPr/>
          <p:nvPr/>
        </p:nvSpPr>
        <p:spPr>
          <a:xfrm>
            <a:off x="1412242" y="2447109"/>
            <a:ext cx="712649" cy="217714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22B4F7-70AF-2F5C-986E-10B7AD2CCA0B}"/>
              </a:ext>
            </a:extLst>
          </p:cNvPr>
          <p:cNvSpPr txBox="1"/>
          <p:nvPr/>
        </p:nvSpPr>
        <p:spPr>
          <a:xfrm>
            <a:off x="1503389" y="2451311"/>
            <a:ext cx="5629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질의로그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53905EF-7BF6-84F4-64DF-167FBE51CB79}"/>
              </a:ext>
            </a:extLst>
          </p:cNvPr>
          <p:cNvSpPr/>
          <p:nvPr/>
        </p:nvSpPr>
        <p:spPr>
          <a:xfrm>
            <a:off x="2161185" y="2665018"/>
            <a:ext cx="712649" cy="134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E60AB6D-5CC8-5DD3-DB36-4A7ADC1A7B54}"/>
              </a:ext>
            </a:extLst>
          </p:cNvPr>
          <p:cNvGrpSpPr/>
          <p:nvPr/>
        </p:nvGrpSpPr>
        <p:grpSpPr>
          <a:xfrm>
            <a:off x="6057783" y="3820397"/>
            <a:ext cx="632066" cy="230777"/>
            <a:chOff x="7050566" y="3431181"/>
            <a:chExt cx="632066" cy="23077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3DC6504-ADB7-EBCB-F146-2E65350687C5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F215276-7F12-7B17-1C04-4903FFD2C5F2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7A9A90AB-4838-AC80-EFB6-C5CB93CBCBBA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E3ABBC98-1C99-E39B-B453-89DD3394BF58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>
                <a:extLst>
                  <a:ext uri="{FF2B5EF4-FFF2-40B4-BE49-F238E27FC236}">
                    <a16:creationId xmlns:a16="http://schemas.microsoft.com/office/drawing/2014/main" id="{2D4ED465-B77A-15C5-C10A-63C5AEC35649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9C72F0-673D-40A9-F4C7-AEBE3B428DDE}"/>
              </a:ext>
            </a:extLst>
          </p:cNvPr>
          <p:cNvGrpSpPr/>
          <p:nvPr/>
        </p:nvGrpSpPr>
        <p:grpSpPr>
          <a:xfrm>
            <a:off x="6057783" y="4147401"/>
            <a:ext cx="632066" cy="230777"/>
            <a:chOff x="7050566" y="3431181"/>
            <a:chExt cx="632066" cy="230777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587603F1-8C2F-7E18-6615-DC95A4B49CEE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3803300-A4D9-8167-A19D-84A799BC21CD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445A028D-F03A-B51F-028E-7D3E8334B654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EF6059D1-F128-B27D-9C8F-BE92263F4DA6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이등변 삼각형 52">
                <a:extLst>
                  <a:ext uri="{FF2B5EF4-FFF2-40B4-BE49-F238E27FC236}">
                    <a16:creationId xmlns:a16="http://schemas.microsoft.com/office/drawing/2014/main" id="{E14B4DD9-3CB2-2770-5A27-DDB49B5210B6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F64965-2143-6EDE-1638-54396798EF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478283"/>
            <a:ext cx="213064" cy="263497"/>
          </a:xfrm>
          <a:prstGeom prst="rect">
            <a:avLst/>
          </a:prstGeom>
        </p:spPr>
      </p:pic>
      <p:pic>
        <p:nvPicPr>
          <p:cNvPr id="29" name="그림 28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6A7173-1ABF-8669-94DC-0A64F92677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815496"/>
            <a:ext cx="213064" cy="263497"/>
          </a:xfrm>
          <a:prstGeom prst="rect">
            <a:avLst/>
          </a:prstGeom>
        </p:spPr>
      </p:pic>
      <p:pic>
        <p:nvPicPr>
          <p:cNvPr id="30" name="그림 2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7ED3A3-A226-B775-E3EA-43C00A2411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4150851"/>
            <a:ext cx="213064" cy="263497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D2C881A8-B507-3897-6129-B1CA2138A87C}"/>
              </a:ext>
            </a:extLst>
          </p:cNvPr>
          <p:cNvSpPr/>
          <p:nvPr/>
        </p:nvSpPr>
        <p:spPr>
          <a:xfrm>
            <a:off x="7287695" y="2848061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6A2118-E0A3-A18C-C7EA-1DCDCD16482E}"/>
              </a:ext>
            </a:extLst>
          </p:cNvPr>
          <p:cNvSpPr txBox="1"/>
          <p:nvPr/>
        </p:nvSpPr>
        <p:spPr>
          <a:xfrm>
            <a:off x="7344392" y="2860433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내보내기</a:t>
            </a:r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16016CC9-9F96-B733-D95A-D37E34AD4626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E4E6EABC-D992-8C17-6236-09C6FBE79B6C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액자 60">
            <a:extLst>
              <a:ext uri="{FF2B5EF4-FFF2-40B4-BE49-F238E27FC236}">
                <a16:creationId xmlns:a16="http://schemas.microsoft.com/office/drawing/2014/main" id="{2BD57092-F796-5148-9B67-F42EBD172783}"/>
              </a:ext>
            </a:extLst>
          </p:cNvPr>
          <p:cNvSpPr/>
          <p:nvPr/>
        </p:nvSpPr>
        <p:spPr>
          <a:xfrm>
            <a:off x="1913167" y="421183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B7BD0F-C43D-933C-0055-CF5FC4985197}"/>
              </a:ext>
            </a:extLst>
          </p:cNvPr>
          <p:cNvSpPr/>
          <p:nvPr/>
        </p:nvSpPr>
        <p:spPr>
          <a:xfrm>
            <a:off x="570067" y="1688605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D577AE6-44F1-AC4F-D325-4E9DF74EE192}"/>
              </a:ext>
            </a:extLst>
          </p:cNvPr>
          <p:cNvGrpSpPr/>
          <p:nvPr/>
        </p:nvGrpSpPr>
        <p:grpSpPr>
          <a:xfrm>
            <a:off x="3762751" y="2661078"/>
            <a:ext cx="712649" cy="352667"/>
            <a:chOff x="1412242" y="2447109"/>
            <a:chExt cx="712649" cy="352667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8955DF5C-5F92-8195-8692-8097889D991D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5701D6D-4D1D-BD65-CE14-11C00A6420DC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1BAF7B9-D36E-FCA2-49A8-BC36BCB3F023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85B70EA-457A-DFC4-24EC-E84702CDEA97}"/>
              </a:ext>
            </a:extLst>
          </p:cNvPr>
          <p:cNvSpPr/>
          <p:nvPr/>
        </p:nvSpPr>
        <p:spPr>
          <a:xfrm>
            <a:off x="3648891" y="2595154"/>
            <a:ext cx="2268660" cy="1689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01DE82-AFCF-CE5A-E747-4F31290551DE}"/>
              </a:ext>
            </a:extLst>
          </p:cNvPr>
          <p:cNvSpPr txBox="1"/>
          <p:nvPr/>
        </p:nvSpPr>
        <p:spPr>
          <a:xfrm>
            <a:off x="3831345" y="268717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 삭제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269BD014-68B1-4DA4-8FB1-F0FD42D7B9AC}"/>
              </a:ext>
            </a:extLst>
          </p:cNvPr>
          <p:cNvSpPr/>
          <p:nvPr/>
        </p:nvSpPr>
        <p:spPr>
          <a:xfrm>
            <a:off x="3951447" y="3881352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BD3CB2-67DE-1DD0-7D1B-3BBD92E97548}"/>
              </a:ext>
            </a:extLst>
          </p:cNvPr>
          <p:cNvSpPr txBox="1"/>
          <p:nvPr/>
        </p:nvSpPr>
        <p:spPr>
          <a:xfrm>
            <a:off x="4159208" y="3900523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97BD26F9-6F8F-8882-E0B4-2E4F44FC2ECD}"/>
              </a:ext>
            </a:extLst>
          </p:cNvPr>
          <p:cNvSpPr/>
          <p:nvPr/>
        </p:nvSpPr>
        <p:spPr>
          <a:xfrm>
            <a:off x="4893750" y="3878390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721ADB-A9FF-38B7-6378-A52896A92475}"/>
              </a:ext>
            </a:extLst>
          </p:cNvPr>
          <p:cNvSpPr txBox="1"/>
          <p:nvPr/>
        </p:nvSpPr>
        <p:spPr>
          <a:xfrm>
            <a:off x="5103911" y="3895645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1701CDA8-4632-96CB-4318-06C62BD886BE}"/>
              </a:ext>
            </a:extLst>
          </p:cNvPr>
          <p:cNvSpPr/>
          <p:nvPr/>
        </p:nvSpPr>
        <p:spPr>
          <a:xfrm>
            <a:off x="5017635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51C76594-5A12-71CE-51BE-CE41DB73CACB}"/>
              </a:ext>
            </a:extLst>
          </p:cNvPr>
          <p:cNvSpPr/>
          <p:nvPr/>
        </p:nvSpPr>
        <p:spPr>
          <a:xfrm>
            <a:off x="4063736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E631C4-B20F-45C2-B53D-842CB3C1621F}"/>
              </a:ext>
            </a:extLst>
          </p:cNvPr>
          <p:cNvSpPr txBox="1"/>
          <p:nvPr/>
        </p:nvSpPr>
        <p:spPr>
          <a:xfrm>
            <a:off x="3850260" y="3247080"/>
            <a:ext cx="19148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데이터를 </a:t>
            </a:r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삭제하시겠습니까</a:t>
            </a:r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?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4485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A98B5-0C60-5DDC-33AE-E68C7177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A5A8729-B6FE-748A-EA5B-C78FAE852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667452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카테고리랭킹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E90C016-9D26-39CC-0FF2-3572B4F5F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43763"/>
              </p:ext>
            </p:extLst>
          </p:nvPr>
        </p:nvGraphicFramePr>
        <p:xfrm>
          <a:off x="9755558" y="0"/>
          <a:ext cx="2436441" cy="435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1771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9231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불러오기 버튼 클릭 시 데이터 업로드 메뉴에 업로드 되어있는 파일을 선택할 수 있는 팝업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77767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실행하기 버튼 클릭 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실행 옵션을 선택할 수 있는 팝업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481398"/>
                  </a:ext>
                </a:extLst>
              </a:tr>
              <a:tr h="75764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휴지통 아이콘 클릭 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768817"/>
                  </a:ext>
                </a:extLst>
              </a:tr>
              <a:tr h="55734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파일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831710"/>
                  </a:ext>
                </a:extLst>
              </a:tr>
              <a:tr h="114082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내보내기 버튼 클릭 시 카테고리 랭킹 작업 메뉴로 데이터 이관하기 위한 옵션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설정창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409438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F850292F-EBD3-7C0C-F834-78B03640F27B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174761B-CE3B-EC33-A9DB-DC75DCB24044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FEF890F-E4B6-1456-E11B-34CE1A715B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B8D22668-5EBF-0ADA-0E46-57633A044779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EBEE2F-1962-2E07-CAA5-FE2DD5539C2D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A1D624-5C0D-D271-20CA-AA7E2B31E0CF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2AA29B-0B02-647E-506E-50D3884F2DD3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26771F-4684-CCD1-DF93-61B7D895491E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0EFEFC-7BC7-BF50-66ED-F13A70C1C555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22584CE-2837-2B6F-DB9C-C036512F08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37E6F1-2D0E-935A-0F64-EBB2D9D2C35E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8A9D3A8-3E0D-22EE-C0E4-D0580AB568AB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6786644-A670-22B9-563C-E79C28FE7092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646AB7-1F6C-79CF-0443-4B96709F9671}"/>
              </a:ext>
            </a:extLst>
          </p:cNvPr>
          <p:cNvSpPr txBox="1"/>
          <p:nvPr/>
        </p:nvSpPr>
        <p:spPr>
          <a:xfrm>
            <a:off x="1062047" y="1954668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랭킹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3D392C67-79AA-B438-8346-86A44625D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53465"/>
              </p:ext>
            </p:extLst>
          </p:nvPr>
        </p:nvGraphicFramePr>
        <p:xfrm>
          <a:off x="1743170" y="3158170"/>
          <a:ext cx="6159168" cy="94921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POPULAR.txt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popularKeyword.csv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인기검색어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B7CA00A-7294-15AC-8FD1-6E79C11CAF0B}"/>
              </a:ext>
            </a:extLst>
          </p:cNvPr>
          <p:cNvSpPr txBox="1"/>
          <p:nvPr/>
        </p:nvSpPr>
        <p:spPr>
          <a:xfrm>
            <a:off x="4493623" y="670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0E64708-53A9-402E-63ED-7108FA1DA0B8}"/>
              </a:ext>
            </a:extLst>
          </p:cNvPr>
          <p:cNvGrpSpPr/>
          <p:nvPr/>
        </p:nvGrpSpPr>
        <p:grpSpPr>
          <a:xfrm>
            <a:off x="6057783" y="3518268"/>
            <a:ext cx="632066" cy="230777"/>
            <a:chOff x="7050566" y="3431181"/>
            <a:chExt cx="632066" cy="23077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639603DE-5C83-E197-3706-DCBE9B7EBF32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CFDBA0-D654-CB9A-ABE7-2C32A8DE15F3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8B362B60-39F0-9F13-F782-0090F9913365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01A9A033-4DFC-A2F4-B896-AB84CC997FDD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>
                <a:extLst>
                  <a:ext uri="{FF2B5EF4-FFF2-40B4-BE49-F238E27FC236}">
                    <a16:creationId xmlns:a16="http://schemas.microsoft.com/office/drawing/2014/main" id="{6B722AEA-9847-2BDD-C3B7-5E7836074107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167653A-2C15-C324-4966-347875D40879}"/>
              </a:ext>
            </a:extLst>
          </p:cNvPr>
          <p:cNvSpPr/>
          <p:nvPr/>
        </p:nvSpPr>
        <p:spPr>
          <a:xfrm>
            <a:off x="6604763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1FACB2-4F97-2371-CFA9-7777E7A7DF9A}"/>
              </a:ext>
            </a:extLst>
          </p:cNvPr>
          <p:cNvSpPr txBox="1"/>
          <p:nvPr/>
        </p:nvSpPr>
        <p:spPr>
          <a:xfrm>
            <a:off x="6712326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F75B1C-0BD0-BDF4-15D3-518E31F0EBD4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A609E1B-780F-1617-F2E6-9B438920C2E2}"/>
              </a:ext>
            </a:extLst>
          </p:cNvPr>
          <p:cNvGrpSpPr/>
          <p:nvPr/>
        </p:nvGrpSpPr>
        <p:grpSpPr>
          <a:xfrm>
            <a:off x="6057783" y="3820397"/>
            <a:ext cx="632066" cy="230777"/>
            <a:chOff x="7050566" y="3431181"/>
            <a:chExt cx="632066" cy="23077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C47E8CF-16AF-9794-8008-D100BA1B5B0C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3E41F83-29E8-2F98-5EE9-FD69B765B80F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3783448-2BA8-0A79-7E51-45E7889A4519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C78C37C1-C2A4-FD24-20B7-33F81255C223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>
                <a:extLst>
                  <a:ext uri="{FF2B5EF4-FFF2-40B4-BE49-F238E27FC236}">
                    <a16:creationId xmlns:a16="http://schemas.microsoft.com/office/drawing/2014/main" id="{A0508BA9-D84D-4E2D-44A1-472C6DEA8083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961764-490C-6257-2458-B6E05DC1F9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478283"/>
            <a:ext cx="213064" cy="263497"/>
          </a:xfrm>
          <a:prstGeom prst="rect">
            <a:avLst/>
          </a:prstGeom>
        </p:spPr>
      </p:pic>
      <p:pic>
        <p:nvPicPr>
          <p:cNvPr id="29" name="그림 28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39551-AEE2-CD88-2799-34C29FC5E5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815496"/>
            <a:ext cx="213064" cy="263497"/>
          </a:xfrm>
          <a:prstGeom prst="rect">
            <a:avLst/>
          </a:prstGeom>
        </p:spPr>
      </p:pic>
      <p:sp>
        <p:nvSpPr>
          <p:cNvPr id="32" name="타원 31">
            <a:extLst>
              <a:ext uri="{FF2B5EF4-FFF2-40B4-BE49-F238E27FC236}">
                <a16:creationId xmlns:a16="http://schemas.microsoft.com/office/drawing/2014/main" id="{1B6DA419-F0D3-EB00-C389-20D9870D4819}"/>
              </a:ext>
            </a:extLst>
          </p:cNvPr>
          <p:cNvSpPr/>
          <p:nvPr/>
        </p:nvSpPr>
        <p:spPr>
          <a:xfrm>
            <a:off x="6427863" y="2892742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2804CBC5-E921-4942-30F3-3DFB05CA9581}"/>
              </a:ext>
            </a:extLst>
          </p:cNvPr>
          <p:cNvSpPr/>
          <p:nvPr/>
        </p:nvSpPr>
        <p:spPr>
          <a:xfrm>
            <a:off x="5900890" y="3559198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8A0F4E5-90D1-C632-6403-426708EBC2FC}"/>
              </a:ext>
            </a:extLst>
          </p:cNvPr>
          <p:cNvSpPr/>
          <p:nvPr/>
        </p:nvSpPr>
        <p:spPr>
          <a:xfrm>
            <a:off x="7168655" y="3525713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85E3561-CCF7-5BB1-E6D4-DD6E6A20DFE6}"/>
              </a:ext>
            </a:extLst>
          </p:cNvPr>
          <p:cNvSpPr/>
          <p:nvPr/>
        </p:nvSpPr>
        <p:spPr>
          <a:xfrm>
            <a:off x="7287695" y="2848061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1D6CEC-7031-0F0B-9124-A0B9324A1610}"/>
              </a:ext>
            </a:extLst>
          </p:cNvPr>
          <p:cNvSpPr txBox="1"/>
          <p:nvPr/>
        </p:nvSpPr>
        <p:spPr>
          <a:xfrm>
            <a:off x="7344392" y="2860433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내보내기</a:t>
            </a:r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A52CA670-8990-41C8-EE4B-44B402C0F15C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8457E43E-1362-81DD-811E-3B04BCA6A85B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1621931-473B-4932-D192-B46A97D309AC}"/>
              </a:ext>
            </a:extLst>
          </p:cNvPr>
          <p:cNvSpPr/>
          <p:nvPr/>
        </p:nvSpPr>
        <p:spPr>
          <a:xfrm>
            <a:off x="1756275" y="355723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C26E5C7-F815-79E3-C492-13E53AA25AC9}"/>
              </a:ext>
            </a:extLst>
          </p:cNvPr>
          <p:cNvSpPr/>
          <p:nvPr/>
        </p:nvSpPr>
        <p:spPr>
          <a:xfrm>
            <a:off x="7266052" y="290085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9279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BD2FE-0A76-5510-BA11-03527E626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75A2C18-2848-F3A4-0BAD-E53C2915F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974291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카테고리랭킹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불러오기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168F12-799D-0B80-E9F0-644158996259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7EE81A4-D3F6-4508-DB1B-AF462F8388F4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49B6132D-7C4F-0037-1C18-5A0779B7D2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BE2BDB24-74FB-44F1-56F9-1FB508F25ED3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427B48-6618-00E8-DDD8-F99C4B35971F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1DEAFA-1F3B-426D-95C8-9CB283E943AC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904185-AE00-2779-44C1-90A339E0210C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9C48C6-B320-9C2D-79AB-307C6A3D88C3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BCC11B-6EBF-C83F-23B9-64909F259766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CFC7A778-FA55-A34A-182F-40DCEFDAB8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1F86F9-71DD-3F0F-CE5A-BA6C29536617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5E84B9C-E68F-CAF2-F292-777B32654339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4873BF4-285A-5CFC-7E86-3F1671D62F1C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26F759-0949-DF4D-825E-FAF625DEF72C}"/>
              </a:ext>
            </a:extLst>
          </p:cNvPr>
          <p:cNvSpPr txBox="1"/>
          <p:nvPr/>
        </p:nvSpPr>
        <p:spPr>
          <a:xfrm>
            <a:off x="1062047" y="1954668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랭킹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853DCB4A-9E92-98DB-FDC5-18BCE332641B}"/>
              </a:ext>
            </a:extLst>
          </p:cNvPr>
          <p:cNvGraphicFramePr>
            <a:graphicFrameLocks noGrp="1"/>
          </p:cNvGraphicFramePr>
          <p:nvPr/>
        </p:nvGraphicFramePr>
        <p:xfrm>
          <a:off x="1743170" y="3158170"/>
          <a:ext cx="6159168" cy="94921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popularKeyword.csv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인기검색어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B2F6E81-B868-A5B5-761D-56D92B7F374A}"/>
              </a:ext>
            </a:extLst>
          </p:cNvPr>
          <p:cNvSpPr txBox="1"/>
          <p:nvPr/>
        </p:nvSpPr>
        <p:spPr>
          <a:xfrm>
            <a:off x="4493623" y="670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BC2FFE2-99EB-6B77-A910-89F0ACA843D1}"/>
              </a:ext>
            </a:extLst>
          </p:cNvPr>
          <p:cNvGrpSpPr/>
          <p:nvPr/>
        </p:nvGrpSpPr>
        <p:grpSpPr>
          <a:xfrm>
            <a:off x="6057783" y="3518268"/>
            <a:ext cx="632066" cy="230777"/>
            <a:chOff x="7050566" y="3431181"/>
            <a:chExt cx="632066" cy="23077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FC8F5E6B-4C70-B166-8930-305C96F7F869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AC11F6-5952-9904-CB83-FFDDDA5626AC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48181ECA-5F7D-DEE9-437D-E74C45D08BC1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CEE58286-47DC-4AA8-4BC3-4D42E8BFAA78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>
                <a:extLst>
                  <a:ext uri="{FF2B5EF4-FFF2-40B4-BE49-F238E27FC236}">
                    <a16:creationId xmlns:a16="http://schemas.microsoft.com/office/drawing/2014/main" id="{C9EF6766-B08B-E106-C584-8C6EBE8DC37B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84812B3-5AE4-2A6B-AAE9-605F38711B4D}"/>
              </a:ext>
            </a:extLst>
          </p:cNvPr>
          <p:cNvSpPr/>
          <p:nvPr/>
        </p:nvSpPr>
        <p:spPr>
          <a:xfrm>
            <a:off x="6604763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43DA71-CB7C-99DA-19DF-7441F87DBE13}"/>
              </a:ext>
            </a:extLst>
          </p:cNvPr>
          <p:cNvSpPr txBox="1"/>
          <p:nvPr/>
        </p:nvSpPr>
        <p:spPr>
          <a:xfrm>
            <a:off x="6712326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2A0CC0-3F3C-3655-3723-6257346F01AA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C580054-1A33-FF17-6919-B5ECA8F12E3E}"/>
              </a:ext>
            </a:extLst>
          </p:cNvPr>
          <p:cNvGrpSpPr/>
          <p:nvPr/>
        </p:nvGrpSpPr>
        <p:grpSpPr>
          <a:xfrm>
            <a:off x="6057783" y="3820397"/>
            <a:ext cx="632066" cy="230777"/>
            <a:chOff x="7050566" y="3431181"/>
            <a:chExt cx="632066" cy="23077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9630596-6DE3-211D-501C-D9276AF59308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515358A-3229-AAA8-C482-91BEB765C8A2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FC725BF-035C-54FD-7FF4-2DDBF88E0C78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A2384FBD-DE52-91D0-90E7-AB948D31A3B3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>
                <a:extLst>
                  <a:ext uri="{FF2B5EF4-FFF2-40B4-BE49-F238E27FC236}">
                    <a16:creationId xmlns:a16="http://schemas.microsoft.com/office/drawing/2014/main" id="{06FC949F-20AE-B489-043E-DAFE72731E79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FEB6B2-94D5-6316-E647-D339E50B79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478283"/>
            <a:ext cx="213064" cy="263497"/>
          </a:xfrm>
          <a:prstGeom prst="rect">
            <a:avLst/>
          </a:prstGeom>
        </p:spPr>
      </p:pic>
      <p:pic>
        <p:nvPicPr>
          <p:cNvPr id="29" name="그림 28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7E7484-CFC0-E989-0536-812694D509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815496"/>
            <a:ext cx="213064" cy="263497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1543140-583E-6096-46DE-0B65F6AA0365}"/>
              </a:ext>
            </a:extLst>
          </p:cNvPr>
          <p:cNvSpPr/>
          <p:nvPr/>
        </p:nvSpPr>
        <p:spPr>
          <a:xfrm>
            <a:off x="7287695" y="2848061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6CECBA-6797-AE6A-BFEA-032718BA260A}"/>
              </a:ext>
            </a:extLst>
          </p:cNvPr>
          <p:cNvSpPr txBox="1"/>
          <p:nvPr/>
        </p:nvSpPr>
        <p:spPr>
          <a:xfrm>
            <a:off x="7344392" y="2860433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내보내기</a:t>
            </a:r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09CF3A6A-0898-708C-CA3A-89B6FC30C494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BE6C5656-A43C-C782-9439-D87DE8C439FE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07F07FF-18C9-F2AE-D1D8-CC309F3B9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646530"/>
              </p:ext>
            </p:extLst>
          </p:nvPr>
        </p:nvGraphicFramePr>
        <p:xfrm>
          <a:off x="9755558" y="0"/>
          <a:ext cx="2436441" cy="3024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질의로그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110391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선택한 질의로그가 질의로그 목록에 출력됨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선택 체크박스가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개 이상 체크 되어있을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99513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닫히고 질의로그 목록에 아무것도 추가되지 않은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  <p:sp>
        <p:nvSpPr>
          <p:cNvPr id="70" name="직사각형 69">
            <a:extLst>
              <a:ext uri="{FF2B5EF4-FFF2-40B4-BE49-F238E27FC236}">
                <a16:creationId xmlns:a16="http://schemas.microsoft.com/office/drawing/2014/main" id="{CC05D76D-343C-E20D-8706-553B3A8B762E}"/>
              </a:ext>
            </a:extLst>
          </p:cNvPr>
          <p:cNvSpPr/>
          <p:nvPr/>
        </p:nvSpPr>
        <p:spPr>
          <a:xfrm>
            <a:off x="570067" y="1689629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6C3D0CD8-E963-189B-8613-F300600BA495}"/>
              </a:ext>
            </a:extLst>
          </p:cNvPr>
          <p:cNvSpPr/>
          <p:nvPr/>
        </p:nvSpPr>
        <p:spPr>
          <a:xfrm>
            <a:off x="7266608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0954F4-EBC5-EE9B-3A2F-1AD39586A726}"/>
              </a:ext>
            </a:extLst>
          </p:cNvPr>
          <p:cNvSpPr txBox="1"/>
          <p:nvPr/>
        </p:nvSpPr>
        <p:spPr>
          <a:xfrm>
            <a:off x="7374171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1057076-6840-6B6E-DE66-18E080B123B6}"/>
              </a:ext>
            </a:extLst>
          </p:cNvPr>
          <p:cNvSpPr txBox="1"/>
          <p:nvPr/>
        </p:nvSpPr>
        <p:spPr>
          <a:xfrm>
            <a:off x="7235433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713AA57-397D-3927-1D06-E86DFA7B743C}"/>
              </a:ext>
            </a:extLst>
          </p:cNvPr>
          <p:cNvGrpSpPr/>
          <p:nvPr/>
        </p:nvGrpSpPr>
        <p:grpSpPr>
          <a:xfrm>
            <a:off x="3045727" y="2451156"/>
            <a:ext cx="712649" cy="235034"/>
            <a:chOff x="2148742" y="2451156"/>
            <a:chExt cx="712649" cy="235034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62193DD-F599-DF6D-C29E-9E6C824535A4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7B2B3EF-0F40-F9B0-0593-DB40242EB648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1F29B68B-9BF8-4DD0-3A2D-0B89B78F9008}"/>
              </a:ext>
            </a:extLst>
          </p:cNvPr>
          <p:cNvGrpSpPr/>
          <p:nvPr/>
        </p:nvGrpSpPr>
        <p:grpSpPr>
          <a:xfrm>
            <a:off x="2309227" y="2447109"/>
            <a:ext cx="712649" cy="352667"/>
            <a:chOff x="1412242" y="2447109"/>
            <a:chExt cx="712649" cy="352667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9E8C16A-10FB-1E80-BA12-0374989ABC05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E6D5F6A-E714-EB0D-B1F5-7380B41A3554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D5DE9F3-BEE3-BB6E-35EC-7409D9E00C49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F14982B-FDFF-E6C9-9016-95E3256B5E12}"/>
              </a:ext>
            </a:extLst>
          </p:cNvPr>
          <p:cNvSpPr/>
          <p:nvPr/>
        </p:nvSpPr>
        <p:spPr>
          <a:xfrm>
            <a:off x="2233490" y="2298555"/>
            <a:ext cx="5608991" cy="2771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792499A0-85D7-0F72-A0DD-15BA1454F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626820"/>
              </p:ext>
            </p:extLst>
          </p:nvPr>
        </p:nvGraphicFramePr>
        <p:xfrm>
          <a:off x="2579192" y="3022857"/>
          <a:ext cx="4927332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31833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231833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선택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신성통상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2026-01-20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POPULAR.txt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더현대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인기검색어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2026-01-20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popularKeyword.csv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유비케어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인기검색어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sp>
        <p:nvSpPr>
          <p:cNvPr id="83" name="액자 82">
            <a:extLst>
              <a:ext uri="{FF2B5EF4-FFF2-40B4-BE49-F238E27FC236}">
                <a16:creationId xmlns:a16="http://schemas.microsoft.com/office/drawing/2014/main" id="{7CD1C3DA-D5C1-275E-7BBA-E092B026186B}"/>
              </a:ext>
            </a:extLst>
          </p:cNvPr>
          <p:cNvSpPr/>
          <p:nvPr/>
        </p:nvSpPr>
        <p:spPr>
          <a:xfrm>
            <a:off x="6818812" y="333465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액자 83">
            <a:extLst>
              <a:ext uri="{FF2B5EF4-FFF2-40B4-BE49-F238E27FC236}">
                <a16:creationId xmlns:a16="http://schemas.microsoft.com/office/drawing/2014/main" id="{EDC2C7A0-5096-14B9-EEDE-FE69D68CA830}"/>
              </a:ext>
            </a:extLst>
          </p:cNvPr>
          <p:cNvSpPr/>
          <p:nvPr/>
        </p:nvSpPr>
        <p:spPr>
          <a:xfrm>
            <a:off x="6818812" y="3670635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5" name="액자 84">
            <a:extLst>
              <a:ext uri="{FF2B5EF4-FFF2-40B4-BE49-F238E27FC236}">
                <a16:creationId xmlns:a16="http://schemas.microsoft.com/office/drawing/2014/main" id="{B10BA3F2-A2C9-1115-049B-634155411F6E}"/>
              </a:ext>
            </a:extLst>
          </p:cNvPr>
          <p:cNvSpPr/>
          <p:nvPr/>
        </p:nvSpPr>
        <p:spPr>
          <a:xfrm>
            <a:off x="6818811" y="3984585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934B42-32A4-2CB4-5B0B-D1C531C41524}"/>
              </a:ext>
            </a:extLst>
          </p:cNvPr>
          <p:cNvSpPr txBox="1"/>
          <p:nvPr/>
        </p:nvSpPr>
        <p:spPr>
          <a:xfrm>
            <a:off x="2509500" y="2673955"/>
            <a:ext cx="11929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질의로그 불러오기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9E49CD92-CBA8-D8B9-02BA-F6B47391D23E}"/>
              </a:ext>
            </a:extLst>
          </p:cNvPr>
          <p:cNvSpPr/>
          <p:nvPr/>
        </p:nvSpPr>
        <p:spPr>
          <a:xfrm>
            <a:off x="6004371" y="4737061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3E81B42-FB23-C06A-0729-0E56A6B227D7}"/>
              </a:ext>
            </a:extLst>
          </p:cNvPr>
          <p:cNvSpPr txBox="1"/>
          <p:nvPr/>
        </p:nvSpPr>
        <p:spPr>
          <a:xfrm>
            <a:off x="6212132" y="475623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3BFC2965-E447-29FA-D2FD-5223DDA438B6}"/>
              </a:ext>
            </a:extLst>
          </p:cNvPr>
          <p:cNvSpPr/>
          <p:nvPr/>
        </p:nvSpPr>
        <p:spPr>
          <a:xfrm>
            <a:off x="6842166" y="4734099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92F460-F57C-AD57-9C92-61D07A603409}"/>
              </a:ext>
            </a:extLst>
          </p:cNvPr>
          <p:cNvSpPr txBox="1"/>
          <p:nvPr/>
        </p:nvSpPr>
        <p:spPr>
          <a:xfrm>
            <a:off x="7052327" y="4751354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A9D367F0-7EFB-982F-8ED2-9D9355D1106B}"/>
              </a:ext>
            </a:extLst>
          </p:cNvPr>
          <p:cNvSpPr/>
          <p:nvPr/>
        </p:nvSpPr>
        <p:spPr>
          <a:xfrm>
            <a:off x="6651222" y="3327346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9C56E08C-1DA1-DD44-8AA2-A39DD9ED497F}"/>
              </a:ext>
            </a:extLst>
          </p:cNvPr>
          <p:cNvSpPr/>
          <p:nvPr/>
        </p:nvSpPr>
        <p:spPr>
          <a:xfrm>
            <a:off x="6966051" y="479448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DDE84027-FD76-C9CC-94D1-601B4816231B}"/>
              </a:ext>
            </a:extLst>
          </p:cNvPr>
          <p:cNvSpPr/>
          <p:nvPr/>
        </p:nvSpPr>
        <p:spPr>
          <a:xfrm>
            <a:off x="6116660" y="479448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0961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7927C-4D0F-5718-502B-E82555180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88FE80A-8E15-0D51-76AA-020101DAD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852365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카테고리랭킹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실행하기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BECF22A0-D0C1-9F1C-7764-3053DB17EAA7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E096F60-2E0E-0D54-3074-075C1F695837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0D129954-6E5E-3D92-9A75-CE0B00693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9575866-AEBC-CED8-0171-A59A0E448802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1895E9-12B7-D2B2-6D67-3EEF21502EE0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79BD8D-459C-0ED8-08C6-C2F230041768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D47A24-4D3A-EE3D-9DBE-7D7E70F1935B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40404E-6C9B-C602-7222-B45BF18BEB73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266D72-0749-8491-60AF-12F47B78D1E2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F5BCB208-B3E3-E301-2199-7ED721D03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393E2E-A0E8-B58B-53CE-C45FFDB9B294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C1BA622-0CAD-C256-3CC5-6A932E507CD7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BF7D151-2E36-A131-668D-550230C57B49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F8C783-F466-0CA0-3CD5-F6B797B1CF44}"/>
              </a:ext>
            </a:extLst>
          </p:cNvPr>
          <p:cNvSpPr txBox="1"/>
          <p:nvPr/>
        </p:nvSpPr>
        <p:spPr>
          <a:xfrm>
            <a:off x="1062047" y="1954668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랭킹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4AD9603-CE66-C9F1-128C-6AC669334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066918"/>
              </p:ext>
            </p:extLst>
          </p:nvPr>
        </p:nvGraphicFramePr>
        <p:xfrm>
          <a:off x="1743170" y="3158170"/>
          <a:ext cx="6159168" cy="94921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POPULAR.txt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popularKeyword.csv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인기검색어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AB932BB1-940B-7352-BEC2-117D9643B384}"/>
              </a:ext>
            </a:extLst>
          </p:cNvPr>
          <p:cNvGrpSpPr/>
          <p:nvPr/>
        </p:nvGrpSpPr>
        <p:grpSpPr>
          <a:xfrm>
            <a:off x="6057783" y="3518268"/>
            <a:ext cx="632066" cy="230777"/>
            <a:chOff x="7050566" y="3431181"/>
            <a:chExt cx="632066" cy="23077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2102B352-DB5A-08FA-2EC3-BF0B665813CA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C1F0A5-4039-A7DE-849F-9430AA4DB0EC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B923CD1E-8C77-7D1A-36AE-E28700DDE664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08BCEA2-1765-757C-2B7A-34B955835AA7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>
                <a:extLst>
                  <a:ext uri="{FF2B5EF4-FFF2-40B4-BE49-F238E27FC236}">
                    <a16:creationId xmlns:a16="http://schemas.microsoft.com/office/drawing/2014/main" id="{E7D9B003-D154-80DC-851A-317108CC3000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3FE623F-81ED-C7A6-90E4-F2885734FEBA}"/>
              </a:ext>
            </a:extLst>
          </p:cNvPr>
          <p:cNvSpPr/>
          <p:nvPr/>
        </p:nvSpPr>
        <p:spPr>
          <a:xfrm>
            <a:off x="6604763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50AE49-4BEE-4D3D-6777-85F13FEE8901}"/>
              </a:ext>
            </a:extLst>
          </p:cNvPr>
          <p:cNvSpPr txBox="1"/>
          <p:nvPr/>
        </p:nvSpPr>
        <p:spPr>
          <a:xfrm>
            <a:off x="6712326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C02A0C-DB2B-3A31-3E07-B4C334D123A4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9C09703-8FBD-0C81-BAEA-3D9034A4C926}"/>
              </a:ext>
            </a:extLst>
          </p:cNvPr>
          <p:cNvGrpSpPr/>
          <p:nvPr/>
        </p:nvGrpSpPr>
        <p:grpSpPr>
          <a:xfrm>
            <a:off x="6057783" y="3820397"/>
            <a:ext cx="632066" cy="230777"/>
            <a:chOff x="7050566" y="3431181"/>
            <a:chExt cx="632066" cy="23077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DFC65DD-C947-6E0A-A269-779F4517997A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B9AEA8-2D34-76AF-B392-612DEA68ED1B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4272A36-F544-8A8D-4753-FB6465D52FD4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542C3DC9-DFFE-537C-8529-595A21B330AC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>
                <a:extLst>
                  <a:ext uri="{FF2B5EF4-FFF2-40B4-BE49-F238E27FC236}">
                    <a16:creationId xmlns:a16="http://schemas.microsoft.com/office/drawing/2014/main" id="{2A35D9F4-642A-BC31-A323-621DA27125A9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B5F130-2387-D8DC-0AB0-95B9A5FA67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478283"/>
            <a:ext cx="213064" cy="263497"/>
          </a:xfrm>
          <a:prstGeom prst="rect">
            <a:avLst/>
          </a:prstGeom>
        </p:spPr>
      </p:pic>
      <p:pic>
        <p:nvPicPr>
          <p:cNvPr id="29" name="그림 28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3D7404-15B5-4FAD-46E3-2984F0F56B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815496"/>
            <a:ext cx="213064" cy="263497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C2D7CBA-53C3-0D78-5FF3-1DEBB305D3B0}"/>
              </a:ext>
            </a:extLst>
          </p:cNvPr>
          <p:cNvSpPr/>
          <p:nvPr/>
        </p:nvSpPr>
        <p:spPr>
          <a:xfrm>
            <a:off x="7287695" y="2848061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AB7F7B-E69E-DFE1-83C3-3C62E4DBE4B4}"/>
              </a:ext>
            </a:extLst>
          </p:cNvPr>
          <p:cNvSpPr txBox="1"/>
          <p:nvPr/>
        </p:nvSpPr>
        <p:spPr>
          <a:xfrm>
            <a:off x="7344392" y="2860433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내보내기</a:t>
            </a:r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04F69CBC-BD34-E0FD-808C-C8366B34E819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AE4CE563-04B2-D4BA-249F-29BE2096ED3F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86A29E-2D69-2558-34D8-403447C1EB53}"/>
              </a:ext>
            </a:extLst>
          </p:cNvPr>
          <p:cNvSpPr/>
          <p:nvPr/>
        </p:nvSpPr>
        <p:spPr>
          <a:xfrm>
            <a:off x="570067" y="1688605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D2914E5-62C0-598B-F2FA-A7217A4B1074}"/>
              </a:ext>
            </a:extLst>
          </p:cNvPr>
          <p:cNvGrpSpPr/>
          <p:nvPr/>
        </p:nvGrpSpPr>
        <p:grpSpPr>
          <a:xfrm>
            <a:off x="4278925" y="2645205"/>
            <a:ext cx="712649" cy="235034"/>
            <a:chOff x="2148742" y="2451156"/>
            <a:chExt cx="712649" cy="235034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D2F0B7C-7D6D-ED7D-DE5B-2E42F1DAD6B2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1CB1D80-0101-BA61-CC81-71AAC0D79CAA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B45BDE3-1A69-22D2-EB2B-B7CF49014CF0}"/>
              </a:ext>
            </a:extLst>
          </p:cNvPr>
          <p:cNvGrpSpPr/>
          <p:nvPr/>
        </p:nvGrpSpPr>
        <p:grpSpPr>
          <a:xfrm>
            <a:off x="3542425" y="2641158"/>
            <a:ext cx="712649" cy="352667"/>
            <a:chOff x="1412242" y="2447109"/>
            <a:chExt cx="712649" cy="352667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DE64DCC-86AE-5876-8437-7F782972020E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B50EF60-069F-A1C5-A422-ED38A88AF0A8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DB32C5D-6B2E-F702-AC60-51B817987581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4A9E7C9-002F-693C-6698-41C590B4709C}"/>
              </a:ext>
            </a:extLst>
          </p:cNvPr>
          <p:cNvSpPr/>
          <p:nvPr/>
        </p:nvSpPr>
        <p:spPr>
          <a:xfrm>
            <a:off x="3466690" y="2492604"/>
            <a:ext cx="2699818" cy="21471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ADC7EF-C81F-21AD-8DBC-B61CED9385D3}"/>
              </a:ext>
            </a:extLst>
          </p:cNvPr>
          <p:cNvSpPr txBox="1"/>
          <p:nvPr/>
        </p:nvSpPr>
        <p:spPr>
          <a:xfrm>
            <a:off x="3611019" y="2667250"/>
            <a:ext cx="1072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전처리</a:t>
            </a:r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 실행하기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EFC4CE2-E313-ACFC-3343-B0C662170E42}"/>
              </a:ext>
            </a:extLst>
          </p:cNvPr>
          <p:cNvSpPr/>
          <p:nvPr/>
        </p:nvSpPr>
        <p:spPr>
          <a:xfrm>
            <a:off x="4415329" y="4299374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F09171-864E-0804-D91D-7A658BA49760}"/>
              </a:ext>
            </a:extLst>
          </p:cNvPr>
          <p:cNvSpPr txBox="1"/>
          <p:nvPr/>
        </p:nvSpPr>
        <p:spPr>
          <a:xfrm>
            <a:off x="4623090" y="4318545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AE9C53B-8A63-1FDD-094F-201DA5F9F27B}"/>
              </a:ext>
            </a:extLst>
          </p:cNvPr>
          <p:cNvSpPr/>
          <p:nvPr/>
        </p:nvSpPr>
        <p:spPr>
          <a:xfrm>
            <a:off x="5253124" y="4296412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D50D36-32E4-E492-2543-7F49F163B6A6}"/>
              </a:ext>
            </a:extLst>
          </p:cNvPr>
          <p:cNvSpPr txBox="1"/>
          <p:nvPr/>
        </p:nvSpPr>
        <p:spPr>
          <a:xfrm>
            <a:off x="5463285" y="4313667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8A8EBE46-5DDF-ED57-BCA1-4696DB61A3CF}"/>
              </a:ext>
            </a:extLst>
          </p:cNvPr>
          <p:cNvSpPr/>
          <p:nvPr/>
        </p:nvSpPr>
        <p:spPr>
          <a:xfrm>
            <a:off x="5377009" y="4356802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D33CDF39-81C0-76D1-F84C-0CE347B26C80}"/>
              </a:ext>
            </a:extLst>
          </p:cNvPr>
          <p:cNvSpPr/>
          <p:nvPr/>
        </p:nvSpPr>
        <p:spPr>
          <a:xfrm>
            <a:off x="4527618" y="4356802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A1E671-BFB4-C69C-6279-1AED53A587FC}"/>
              </a:ext>
            </a:extLst>
          </p:cNvPr>
          <p:cNvSpPr txBox="1"/>
          <p:nvPr/>
        </p:nvSpPr>
        <p:spPr>
          <a:xfrm>
            <a:off x="3633572" y="3076699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중복제거 여부</a:t>
            </a:r>
          </a:p>
        </p:txBody>
      </p:sp>
      <p:sp>
        <p:nvSpPr>
          <p:cNvPr id="64" name="액자 63">
            <a:extLst>
              <a:ext uri="{FF2B5EF4-FFF2-40B4-BE49-F238E27FC236}">
                <a16:creationId xmlns:a16="http://schemas.microsoft.com/office/drawing/2014/main" id="{5FA65C6A-BDF9-1555-BB77-3170D047654D}"/>
              </a:ext>
            </a:extLst>
          </p:cNvPr>
          <p:cNvSpPr/>
          <p:nvPr/>
        </p:nvSpPr>
        <p:spPr>
          <a:xfrm>
            <a:off x="4410705" y="3155250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F7D9DD0A-90AD-5B33-3DCC-2311D14AF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57701"/>
              </p:ext>
            </p:extLst>
          </p:nvPr>
        </p:nvGraphicFramePr>
        <p:xfrm>
          <a:off x="9755558" y="0"/>
          <a:ext cx="2436441" cy="3755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지난 작업과 비교해서 중복 제거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숫자 입력 시 검색횟수 하한선이 해당 숫자로 설정됨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428379"/>
                  </a:ext>
                </a:extLst>
              </a:tr>
              <a:tr h="110391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실행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옵션별 값이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개 이상 선택 되어있을 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입력창에 숫자가 입력되어 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99513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912F9892-48A7-945B-786A-3FD3EAFBA550}"/>
              </a:ext>
            </a:extLst>
          </p:cNvPr>
          <p:cNvSpPr txBox="1"/>
          <p:nvPr/>
        </p:nvSpPr>
        <p:spPr>
          <a:xfrm>
            <a:off x="3630834" y="3496563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검색횟수 </a:t>
            </a:r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기준값</a:t>
            </a:r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 설정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39092E2-84FD-CCEC-D922-B6477EBF5BBC}"/>
              </a:ext>
            </a:extLst>
          </p:cNvPr>
          <p:cNvSpPr/>
          <p:nvPr/>
        </p:nvSpPr>
        <p:spPr>
          <a:xfrm>
            <a:off x="3752415" y="3790017"/>
            <a:ext cx="522107" cy="19296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9C1B50-088E-C8D5-D268-77F80BBB6F1E}"/>
              </a:ext>
            </a:extLst>
          </p:cNvPr>
          <p:cNvSpPr txBox="1"/>
          <p:nvPr/>
        </p:nvSpPr>
        <p:spPr>
          <a:xfrm>
            <a:off x="3890199" y="3779470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500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98E097C2-F39F-A468-A497-F808D6F2C9AA}"/>
              </a:ext>
            </a:extLst>
          </p:cNvPr>
          <p:cNvSpPr/>
          <p:nvPr/>
        </p:nvSpPr>
        <p:spPr>
          <a:xfrm>
            <a:off x="3580850" y="3829846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696C8C59-44AD-6E36-2DE1-C7EB1FDDD5DF}"/>
              </a:ext>
            </a:extLst>
          </p:cNvPr>
          <p:cNvSpPr/>
          <p:nvPr/>
        </p:nvSpPr>
        <p:spPr>
          <a:xfrm>
            <a:off x="4576757" y="313936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1484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310E7-8682-9E3E-A6E6-1A91A709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F6D4EDA-F6DC-E4BB-8536-D701E1AEF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359792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카테고리랭킹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내보내기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07B043B8-DF50-2175-3695-B282E644BCD5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AA6A592-6846-6E50-A82D-2C0CC4F8EC4D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C7DB78C5-28DF-848C-EC3A-FE41FB79A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8C54D14-35C9-009D-4EDC-A61B565DA48B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2AD3B3-D215-F2B1-9254-357393E288B4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DC7158-B2FE-D5A8-A094-5C79ABDB38B4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67F8F8-7600-0E86-9D0B-46ECA67BFEBA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B8327D-53F1-2440-18CE-6B6BF944A02C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99781E-539B-0E4A-56C6-A6C61D915976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A181329-39C9-A3CE-9CB9-DF9629073D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CE4936-73EC-F64D-D673-F89A6E902F55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FFF2AE8-9051-1D75-C394-85D65D308FBC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FBF8A98-CF21-3EB5-8DCD-CD217914FF8A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7B7559-2542-D5C2-CE81-6EC5DCFDAA44}"/>
              </a:ext>
            </a:extLst>
          </p:cNvPr>
          <p:cNvSpPr txBox="1"/>
          <p:nvPr/>
        </p:nvSpPr>
        <p:spPr>
          <a:xfrm>
            <a:off x="1062047" y="1954668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랭킹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86BE47C1-CB89-B151-D232-01EEDCCE0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61872"/>
              </p:ext>
            </p:extLst>
          </p:nvPr>
        </p:nvGraphicFramePr>
        <p:xfrm>
          <a:off x="1743170" y="3158170"/>
          <a:ext cx="6159168" cy="94921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POPULAR.txt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popularKeyword.csv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인기검색어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7FFE7C0F-87B6-CDB4-5730-18DBC9C3F84D}"/>
              </a:ext>
            </a:extLst>
          </p:cNvPr>
          <p:cNvGrpSpPr/>
          <p:nvPr/>
        </p:nvGrpSpPr>
        <p:grpSpPr>
          <a:xfrm>
            <a:off x="6057783" y="3518268"/>
            <a:ext cx="632066" cy="230777"/>
            <a:chOff x="7050566" y="3431181"/>
            <a:chExt cx="632066" cy="23077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C3F001B0-14AB-7241-27DB-690645B25E76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A18635-6E44-8C94-A0AF-4DCE5DDDC3DD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2C3E294-30E1-7B81-6D5E-9892E94316DA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500BCA7-EF2A-227A-AE18-089D11C5DA1D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>
                <a:extLst>
                  <a:ext uri="{FF2B5EF4-FFF2-40B4-BE49-F238E27FC236}">
                    <a16:creationId xmlns:a16="http://schemas.microsoft.com/office/drawing/2014/main" id="{713A41F0-FF06-0887-7725-64DAE289020F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96D4D03-3073-3154-D74D-3E2A76B8CF94}"/>
              </a:ext>
            </a:extLst>
          </p:cNvPr>
          <p:cNvSpPr/>
          <p:nvPr/>
        </p:nvSpPr>
        <p:spPr>
          <a:xfrm>
            <a:off x="6604763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BC5379-EBEE-2F1D-D5DE-EDBF629FDD99}"/>
              </a:ext>
            </a:extLst>
          </p:cNvPr>
          <p:cNvSpPr txBox="1"/>
          <p:nvPr/>
        </p:nvSpPr>
        <p:spPr>
          <a:xfrm>
            <a:off x="6712326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707819-5A73-2AA9-30AB-4D6086081D7B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6550871-EEEA-B256-F07A-49CB2E1FFCB5}"/>
              </a:ext>
            </a:extLst>
          </p:cNvPr>
          <p:cNvGrpSpPr/>
          <p:nvPr/>
        </p:nvGrpSpPr>
        <p:grpSpPr>
          <a:xfrm>
            <a:off x="6057783" y="3820397"/>
            <a:ext cx="632066" cy="230777"/>
            <a:chOff x="7050566" y="3431181"/>
            <a:chExt cx="632066" cy="23077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1BA828FB-43BF-556E-AAB6-D34FCCDE49A6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F4895CB-75DB-4D97-0EFD-16781A61EFA8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BFF7BE8A-B539-8A04-FB04-591929E07516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115B4899-4B4E-695B-9B17-EA84FC63D7BB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>
                <a:extLst>
                  <a:ext uri="{FF2B5EF4-FFF2-40B4-BE49-F238E27FC236}">
                    <a16:creationId xmlns:a16="http://schemas.microsoft.com/office/drawing/2014/main" id="{346C3376-42DE-DC55-D22C-A36654476162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00BD04-86EF-4FD9-0595-B9D2DCE0E9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478283"/>
            <a:ext cx="213064" cy="263497"/>
          </a:xfrm>
          <a:prstGeom prst="rect">
            <a:avLst/>
          </a:prstGeom>
        </p:spPr>
      </p:pic>
      <p:pic>
        <p:nvPicPr>
          <p:cNvPr id="29" name="그림 28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544735-2FD2-6F7A-7784-CB5615F906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815496"/>
            <a:ext cx="213064" cy="263497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C2A5126-D11D-C057-2795-C54C72EC7D7A}"/>
              </a:ext>
            </a:extLst>
          </p:cNvPr>
          <p:cNvSpPr/>
          <p:nvPr/>
        </p:nvSpPr>
        <p:spPr>
          <a:xfrm>
            <a:off x="7287695" y="2848061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C3B191-AC4E-C66C-5D93-B5127EA61742}"/>
              </a:ext>
            </a:extLst>
          </p:cNvPr>
          <p:cNvSpPr txBox="1"/>
          <p:nvPr/>
        </p:nvSpPr>
        <p:spPr>
          <a:xfrm>
            <a:off x="7344392" y="2860433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내보내기</a:t>
            </a:r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2FBF8D0B-28BA-F64F-96D8-45D04B522969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BE46C148-D28F-3A9D-8327-396E044C6FF9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597DA86-4301-B1C4-A7CB-6A8C1873E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557884"/>
              </p:ext>
            </p:extLst>
          </p:nvPr>
        </p:nvGraphicFramePr>
        <p:xfrm>
          <a:off x="9755558" y="0"/>
          <a:ext cx="2436441" cy="3024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숫자 입력하여 분할 개수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n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값 설정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110391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카테고리 랭킹 작업 메뉴로 데이터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카테고리 작업 대상 키워드 리스트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이관됨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기존에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들어가있는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데이터가 있다면 초기화 후 데이터 이관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입력창에 숫자가 입력되어 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99513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89375323-9811-4858-D037-BB4B4F798518}"/>
              </a:ext>
            </a:extLst>
          </p:cNvPr>
          <p:cNvSpPr/>
          <p:nvPr/>
        </p:nvSpPr>
        <p:spPr>
          <a:xfrm>
            <a:off x="570067" y="1688605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F93EC81-70AC-32D6-969C-DC8F9494E963}"/>
              </a:ext>
            </a:extLst>
          </p:cNvPr>
          <p:cNvGrpSpPr/>
          <p:nvPr/>
        </p:nvGrpSpPr>
        <p:grpSpPr>
          <a:xfrm>
            <a:off x="3762751" y="2661078"/>
            <a:ext cx="712649" cy="352667"/>
            <a:chOff x="1412242" y="2447109"/>
            <a:chExt cx="712649" cy="35266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1508842-5D12-F26B-7946-B01B1FDDB950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9DD2402-E896-5C3B-F832-A342084FA19E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4E25153F-AE48-5007-331E-A741C091073E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AAA0412-A66C-C2D3-E5ED-5D0ED375F4B2}"/>
              </a:ext>
            </a:extLst>
          </p:cNvPr>
          <p:cNvSpPr/>
          <p:nvPr/>
        </p:nvSpPr>
        <p:spPr>
          <a:xfrm>
            <a:off x="3648891" y="2595154"/>
            <a:ext cx="2268660" cy="1689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299C11-328F-817C-C1D6-D8DB5AED80C5}"/>
              </a:ext>
            </a:extLst>
          </p:cNvPr>
          <p:cNvSpPr txBox="1"/>
          <p:nvPr/>
        </p:nvSpPr>
        <p:spPr>
          <a:xfrm>
            <a:off x="3831345" y="2687170"/>
            <a:ext cx="6655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내보내기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16D2B3D-F672-71C7-1B59-3082AF029728}"/>
              </a:ext>
            </a:extLst>
          </p:cNvPr>
          <p:cNvSpPr/>
          <p:nvPr/>
        </p:nvSpPr>
        <p:spPr>
          <a:xfrm>
            <a:off x="3951447" y="3881352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9AB15B-57C6-2B92-B4FE-3745AA4CE511}"/>
              </a:ext>
            </a:extLst>
          </p:cNvPr>
          <p:cNvSpPr txBox="1"/>
          <p:nvPr/>
        </p:nvSpPr>
        <p:spPr>
          <a:xfrm>
            <a:off x="4159208" y="3900523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5020782-09E2-9151-A27E-90911C20478C}"/>
              </a:ext>
            </a:extLst>
          </p:cNvPr>
          <p:cNvSpPr/>
          <p:nvPr/>
        </p:nvSpPr>
        <p:spPr>
          <a:xfrm>
            <a:off x="4893750" y="3878390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04B4BD-8283-BF5B-3535-7ADE79839C3B}"/>
              </a:ext>
            </a:extLst>
          </p:cNvPr>
          <p:cNvSpPr txBox="1"/>
          <p:nvPr/>
        </p:nvSpPr>
        <p:spPr>
          <a:xfrm>
            <a:off x="5103911" y="3895645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CB70A32-056B-617F-8708-232B3BB3A0BC}"/>
              </a:ext>
            </a:extLst>
          </p:cNvPr>
          <p:cNvSpPr/>
          <p:nvPr/>
        </p:nvSpPr>
        <p:spPr>
          <a:xfrm>
            <a:off x="5017635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262E81B-0FBF-B7CF-077C-E9105A78A660}"/>
              </a:ext>
            </a:extLst>
          </p:cNvPr>
          <p:cNvSpPr/>
          <p:nvPr/>
        </p:nvSpPr>
        <p:spPr>
          <a:xfrm>
            <a:off x="4063736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9189DA-44DA-59BB-9C4D-4B2F8E51BC32}"/>
              </a:ext>
            </a:extLst>
          </p:cNvPr>
          <p:cNvSpPr txBox="1"/>
          <p:nvPr/>
        </p:nvSpPr>
        <p:spPr>
          <a:xfrm>
            <a:off x="3855175" y="3075594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분할 개수</a:t>
            </a:r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(n)</a:t>
            </a:r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 설정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B080B75-E8A3-1F96-9590-463D34589747}"/>
              </a:ext>
            </a:extLst>
          </p:cNvPr>
          <p:cNvSpPr/>
          <p:nvPr/>
        </p:nvSpPr>
        <p:spPr>
          <a:xfrm>
            <a:off x="3976756" y="3369048"/>
            <a:ext cx="522107" cy="19296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09780A-3DA7-E738-AF6F-78BDC8BF70E4}"/>
              </a:ext>
            </a:extLst>
          </p:cNvPr>
          <p:cNvSpPr txBox="1"/>
          <p:nvPr/>
        </p:nvSpPr>
        <p:spPr>
          <a:xfrm>
            <a:off x="4281352" y="3349740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3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969BC596-0048-453E-DAAC-5669B0DF4B43}"/>
              </a:ext>
            </a:extLst>
          </p:cNvPr>
          <p:cNvSpPr/>
          <p:nvPr/>
        </p:nvSpPr>
        <p:spPr>
          <a:xfrm>
            <a:off x="3803647" y="3383933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7802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2084C-7D42-BA36-A4A0-83825BE1B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7A30A46-5C08-85F0-1C56-04018788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170860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카테고리랭킹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휴지통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alert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83019CB-0370-0DC4-F644-400154B2C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317064"/>
              </p:ext>
            </p:extLst>
          </p:nvPr>
        </p:nvGraphicFramePr>
        <p:xfrm>
          <a:off x="9755558" y="0"/>
          <a:ext cx="2436441" cy="1898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1771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9231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목록에서 파일 삭제됨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577767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초기화 되지 않고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481398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A81D628B-DE36-BC69-AD46-03006B156209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3B84EDD-ADA4-E299-6CCA-7F6E6A0EFC92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C0B6AEF-D55C-1CB8-8DBA-1CA791A80B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6B4805C-3571-0406-5FDF-3C3D9B0D357B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B77DDE-34F2-6FA1-1819-E565F3919ABC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115455-4C74-CC20-6F0C-4625F9F1796B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CD6DA2-D52B-6A55-B1FF-D500B42496AB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2345DA-630C-5DF0-43B5-C9D964666605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E4637F-C1C4-3CC5-86A1-BD141F391460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76BD5E22-DC4C-CC0E-3BCB-25CDC24DBA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31CB83-EA43-FE6C-A18F-A0A2FE2A9B8B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90963B2-AC2D-839F-B5E6-A64397A3AE00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BD0D0A0-685F-01DA-C326-590701CF0B95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EEB0C3-8EC3-33F5-1C81-650D28E44C17}"/>
              </a:ext>
            </a:extLst>
          </p:cNvPr>
          <p:cNvSpPr txBox="1"/>
          <p:nvPr/>
        </p:nvSpPr>
        <p:spPr>
          <a:xfrm>
            <a:off x="1062047" y="1954668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랭킹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59B592E-296B-925C-EE66-D20AFFBF22F4}"/>
              </a:ext>
            </a:extLst>
          </p:cNvPr>
          <p:cNvGraphicFramePr>
            <a:graphicFrameLocks noGrp="1"/>
          </p:cNvGraphicFramePr>
          <p:nvPr/>
        </p:nvGraphicFramePr>
        <p:xfrm>
          <a:off x="1743170" y="3158170"/>
          <a:ext cx="6159168" cy="94921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9139">
                  <a:extLst>
                    <a:ext uri="{9D8B030D-6E8A-4147-A177-3AD203B41FA5}">
                      <a16:colId xmlns:a16="http://schemas.microsoft.com/office/drawing/2014/main" val="3088846448"/>
                    </a:ext>
                  </a:extLst>
                </a:gridCol>
                <a:gridCol w="1653917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59333119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전처리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실행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POPULAR.txt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popularKeyword.csv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인기검색어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23A7C94-1DD7-BEF7-B457-4FC476E9E07E}"/>
              </a:ext>
            </a:extLst>
          </p:cNvPr>
          <p:cNvSpPr txBox="1"/>
          <p:nvPr/>
        </p:nvSpPr>
        <p:spPr>
          <a:xfrm>
            <a:off x="4493623" y="670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45620C2-A69A-F877-3AF6-31167866C3F6}"/>
              </a:ext>
            </a:extLst>
          </p:cNvPr>
          <p:cNvGrpSpPr/>
          <p:nvPr/>
        </p:nvGrpSpPr>
        <p:grpSpPr>
          <a:xfrm>
            <a:off x="6057783" y="3518268"/>
            <a:ext cx="632066" cy="230777"/>
            <a:chOff x="7050566" y="3431181"/>
            <a:chExt cx="632066" cy="23077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22C791F9-6920-4887-FEE2-302E2B74A468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F3CDCA5-7ABE-04FB-663C-AA7B2C504A63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12E03E4-63C9-84AB-5611-9D20775B4F5F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DFC7D0EC-030C-3655-253C-D336D2A84F80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이등변 삼각형 24">
                <a:extLst>
                  <a:ext uri="{FF2B5EF4-FFF2-40B4-BE49-F238E27FC236}">
                    <a16:creationId xmlns:a16="http://schemas.microsoft.com/office/drawing/2014/main" id="{30FC7082-31FB-E7C6-A7F8-B5D3379308ED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455AB6C-F767-2CAA-666E-975EBC722F29}"/>
              </a:ext>
            </a:extLst>
          </p:cNvPr>
          <p:cNvSpPr/>
          <p:nvPr/>
        </p:nvSpPr>
        <p:spPr>
          <a:xfrm>
            <a:off x="6604763" y="2843706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CDC6C4-96C3-B0B9-EEDA-67E913296FD6}"/>
              </a:ext>
            </a:extLst>
          </p:cNvPr>
          <p:cNvSpPr txBox="1"/>
          <p:nvPr/>
        </p:nvSpPr>
        <p:spPr>
          <a:xfrm>
            <a:off x="6712326" y="2859039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불러오기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004667-BD57-3C5B-DF7C-87B05638C5F5}"/>
              </a:ext>
            </a:extLst>
          </p:cNvPr>
          <p:cNvSpPr txBox="1"/>
          <p:nvPr/>
        </p:nvSpPr>
        <p:spPr>
          <a:xfrm>
            <a:off x="6573588" y="2794775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4E51C6F-DBB3-9790-16AA-01561D8891AD}"/>
              </a:ext>
            </a:extLst>
          </p:cNvPr>
          <p:cNvGrpSpPr/>
          <p:nvPr/>
        </p:nvGrpSpPr>
        <p:grpSpPr>
          <a:xfrm>
            <a:off x="6057783" y="3820397"/>
            <a:ext cx="632066" cy="230777"/>
            <a:chOff x="7050566" y="3431181"/>
            <a:chExt cx="632066" cy="23077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BB849CC6-7269-7A6C-F57A-2BC6B68B2F4F}"/>
                </a:ext>
              </a:extLst>
            </p:cNvPr>
            <p:cNvSpPr/>
            <p:nvPr/>
          </p:nvSpPr>
          <p:spPr>
            <a:xfrm>
              <a:off x="7050566" y="3431181"/>
              <a:ext cx="600891" cy="2264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7316465-6A08-33DA-7078-92AB7C0237B1}"/>
                </a:ext>
              </a:extLst>
            </p:cNvPr>
            <p:cNvSpPr txBox="1"/>
            <p:nvPr/>
          </p:nvSpPr>
          <p:spPr>
            <a:xfrm>
              <a:off x="7158129" y="3446514"/>
              <a:ext cx="5245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실행하기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1A9FC53E-2465-38AB-5F3A-CDC14B557C12}"/>
                </a:ext>
              </a:extLst>
            </p:cNvPr>
            <p:cNvGrpSpPr/>
            <p:nvPr/>
          </p:nvGrpSpPr>
          <p:grpSpPr>
            <a:xfrm>
              <a:off x="7088142" y="3495611"/>
              <a:ext cx="113211" cy="99832"/>
              <a:chOff x="7101523" y="2991090"/>
              <a:chExt cx="113211" cy="9983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C285CEF3-BFA7-A257-EE06-F24C91D8F8F3}"/>
                  </a:ext>
                </a:extLst>
              </p:cNvPr>
              <p:cNvSpPr/>
              <p:nvPr/>
            </p:nvSpPr>
            <p:spPr>
              <a:xfrm>
                <a:off x="7101523" y="2991090"/>
                <a:ext cx="113211" cy="99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>
                <a:extLst>
                  <a:ext uri="{FF2B5EF4-FFF2-40B4-BE49-F238E27FC236}">
                    <a16:creationId xmlns:a16="http://schemas.microsoft.com/office/drawing/2014/main" id="{68004EBF-0513-5F6B-4C9E-61523FA26F45}"/>
                  </a:ext>
                </a:extLst>
              </p:cNvPr>
              <p:cNvSpPr/>
              <p:nvPr/>
            </p:nvSpPr>
            <p:spPr>
              <a:xfrm rot="5400000">
                <a:off x="7138499" y="3014686"/>
                <a:ext cx="45719" cy="5449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8708C4-7E9F-D476-E24B-62891CF857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478283"/>
            <a:ext cx="213064" cy="263497"/>
          </a:xfrm>
          <a:prstGeom prst="rect">
            <a:avLst/>
          </a:prstGeom>
        </p:spPr>
      </p:pic>
      <p:pic>
        <p:nvPicPr>
          <p:cNvPr id="29" name="그림 28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5DD1FA-A7D2-8838-A22D-4668BA17FD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7303070" y="3815496"/>
            <a:ext cx="213064" cy="263497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9030AA1-C7A2-19F1-17E7-CABB53A0D181}"/>
              </a:ext>
            </a:extLst>
          </p:cNvPr>
          <p:cNvSpPr/>
          <p:nvPr/>
        </p:nvSpPr>
        <p:spPr>
          <a:xfrm>
            <a:off x="7287695" y="2848061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BD5F53-F4E9-0913-ED44-FFB09350B23A}"/>
              </a:ext>
            </a:extLst>
          </p:cNvPr>
          <p:cNvSpPr txBox="1"/>
          <p:nvPr/>
        </p:nvSpPr>
        <p:spPr>
          <a:xfrm>
            <a:off x="7344392" y="2860433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내보내기</a:t>
            </a:r>
          </a:p>
        </p:txBody>
      </p:sp>
      <p:sp>
        <p:nvSpPr>
          <p:cNvPr id="59" name="액자 58">
            <a:extLst>
              <a:ext uri="{FF2B5EF4-FFF2-40B4-BE49-F238E27FC236}">
                <a16:creationId xmlns:a16="http://schemas.microsoft.com/office/drawing/2014/main" id="{F0CD4D36-87CA-73F0-7724-AB523B323D62}"/>
              </a:ext>
            </a:extLst>
          </p:cNvPr>
          <p:cNvSpPr/>
          <p:nvPr/>
        </p:nvSpPr>
        <p:spPr>
          <a:xfrm>
            <a:off x="1913168" y="3561897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AD2E7612-FB46-C426-7D1D-BD6469FFF060}"/>
              </a:ext>
            </a:extLst>
          </p:cNvPr>
          <p:cNvSpPr/>
          <p:nvPr/>
        </p:nvSpPr>
        <p:spPr>
          <a:xfrm>
            <a:off x="1913168" y="3897881"/>
            <a:ext cx="139337" cy="129952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5FAFA9-42FB-D3C1-DA1C-84265E25C07D}"/>
              </a:ext>
            </a:extLst>
          </p:cNvPr>
          <p:cNvSpPr/>
          <p:nvPr/>
        </p:nvSpPr>
        <p:spPr>
          <a:xfrm>
            <a:off x="570067" y="1688605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2B7EA61-73FA-031B-3898-500F2A45200B}"/>
              </a:ext>
            </a:extLst>
          </p:cNvPr>
          <p:cNvGrpSpPr/>
          <p:nvPr/>
        </p:nvGrpSpPr>
        <p:grpSpPr>
          <a:xfrm>
            <a:off x="3762751" y="2661078"/>
            <a:ext cx="712649" cy="352667"/>
            <a:chOff x="1412242" y="2447109"/>
            <a:chExt cx="712649" cy="352667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0354F8B-9C37-E4DD-E455-102147929C4D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F80327-D215-17A3-4AAF-31D4A03D2108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CD70B30-F236-E4FE-9342-0F57705F117E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DFADE59-D8C3-6F9C-0BC8-15C246D3FBE8}"/>
              </a:ext>
            </a:extLst>
          </p:cNvPr>
          <p:cNvSpPr/>
          <p:nvPr/>
        </p:nvSpPr>
        <p:spPr>
          <a:xfrm>
            <a:off x="3648891" y="2595154"/>
            <a:ext cx="2268660" cy="1689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CF06D2-39EA-80A5-C6C8-459613371FBE}"/>
              </a:ext>
            </a:extLst>
          </p:cNvPr>
          <p:cNvSpPr txBox="1"/>
          <p:nvPr/>
        </p:nvSpPr>
        <p:spPr>
          <a:xfrm>
            <a:off x="3831345" y="268717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 삭제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7E34E91-2AB8-4779-FA5E-3C3E7E6A8EE7}"/>
              </a:ext>
            </a:extLst>
          </p:cNvPr>
          <p:cNvSpPr/>
          <p:nvPr/>
        </p:nvSpPr>
        <p:spPr>
          <a:xfrm>
            <a:off x="3951447" y="3881352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C9DB20-6B60-E77D-0E39-C5DDB3306333}"/>
              </a:ext>
            </a:extLst>
          </p:cNvPr>
          <p:cNvSpPr txBox="1"/>
          <p:nvPr/>
        </p:nvSpPr>
        <p:spPr>
          <a:xfrm>
            <a:off x="4159208" y="3900523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9AC8651-2E1D-502E-AD37-C45C20FC8398}"/>
              </a:ext>
            </a:extLst>
          </p:cNvPr>
          <p:cNvSpPr/>
          <p:nvPr/>
        </p:nvSpPr>
        <p:spPr>
          <a:xfrm>
            <a:off x="4893750" y="3878390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C57E0A-FB17-D67A-0FAD-B0233668C2A1}"/>
              </a:ext>
            </a:extLst>
          </p:cNvPr>
          <p:cNvSpPr txBox="1"/>
          <p:nvPr/>
        </p:nvSpPr>
        <p:spPr>
          <a:xfrm>
            <a:off x="5103911" y="3895645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BEB0FD0C-1D18-6E7F-7281-EF6B4CF8E80C}"/>
              </a:ext>
            </a:extLst>
          </p:cNvPr>
          <p:cNvSpPr/>
          <p:nvPr/>
        </p:nvSpPr>
        <p:spPr>
          <a:xfrm>
            <a:off x="5017635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1B3A816-D54A-FBDA-5F43-7E0CEB3035A6}"/>
              </a:ext>
            </a:extLst>
          </p:cNvPr>
          <p:cNvSpPr/>
          <p:nvPr/>
        </p:nvSpPr>
        <p:spPr>
          <a:xfrm>
            <a:off x="4063736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D7939A-D2DD-E76D-799C-C0BE93E5DC16}"/>
              </a:ext>
            </a:extLst>
          </p:cNvPr>
          <p:cNvSpPr txBox="1"/>
          <p:nvPr/>
        </p:nvSpPr>
        <p:spPr>
          <a:xfrm>
            <a:off x="3850260" y="3247080"/>
            <a:ext cx="19148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데이터를 </a:t>
            </a:r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삭제하시겠습니까</a:t>
            </a:r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?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6424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6940-64F3-CC5B-F24A-F497D1F4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EF4C4C1-E6F8-5685-E218-22AA695D1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491516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지식작업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233DBC36-BB1E-0726-E06B-CE24FB3C4605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158112A-6097-4078-2FB1-AEE0E32C9EFB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5A7EBA1-3333-0D17-713E-7DEB9E6F0A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6E0159F9-2645-9F3D-E612-0B73F7CCC045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641B43-E4A8-7BE1-1778-95F3945FF3C4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C8A282-1E95-990C-09E9-8CB05594D547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A0FC4E-E970-E3A4-7BC3-BD6A60866758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C9097A-2644-B5AF-4829-B2A0280FFEF4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C23968-CADE-96BC-574C-5EEA3DE0B449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9DF3EBB-FA8B-AB1E-C5F4-60B5C4F8C6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76EEB2-A4FE-EE77-4536-2C5E47DC801F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0C99A2A-0193-9BA6-20CE-19310C306ED9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48537BF-9D0E-2235-8730-781BF7211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677708"/>
              </p:ext>
            </p:extLst>
          </p:nvPr>
        </p:nvGraphicFramePr>
        <p:xfrm>
          <a:off x="9755558" y="0"/>
          <a:ext cx="2436441" cy="3187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사전초기화 버튼 클릭 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183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사전동기화 버튼 클릭 시 동기화 목적지 사전을 선택할 수 있는 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6183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불러오기 버튼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클릭시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불러올 사전을 선택할 수 있는 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255088"/>
                  </a:ext>
                </a:extLst>
              </a:tr>
              <a:tr h="6183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*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사용자사전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복합어사전에서 한번에 복수개의 단어 등록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가능한지 검토 필요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076617"/>
                  </a:ext>
                </a:extLst>
              </a:tr>
              <a:tr h="51380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*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기존 관리도구 화면과 동일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  <p:pic>
        <p:nvPicPr>
          <p:cNvPr id="21" name="그림 20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13F414-CA02-455A-2954-1466186555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76" t="22252" r="54244" b="6129"/>
          <a:stretch>
            <a:fillRect/>
          </a:stretch>
        </p:blipFill>
        <p:spPr>
          <a:xfrm>
            <a:off x="627501" y="1788571"/>
            <a:ext cx="8641948" cy="44262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975A8101-AED5-309A-183E-7FCB4F24D223}"/>
              </a:ext>
            </a:extLst>
          </p:cNvPr>
          <p:cNvGrpSpPr/>
          <p:nvPr/>
        </p:nvGrpSpPr>
        <p:grpSpPr>
          <a:xfrm>
            <a:off x="1062047" y="1754347"/>
            <a:ext cx="718678" cy="200055"/>
            <a:chOff x="1062047" y="1754347"/>
            <a:chExt cx="718678" cy="200055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D365F7D7-6DE8-B822-7B5B-BAB5485EAC42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EDE2C9D-E545-7CC2-0B2A-9C92095D76F8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사전초기화</a:t>
              </a:r>
            </a:p>
          </p:txBody>
        </p:sp>
        <p:pic>
          <p:nvPicPr>
            <p:cNvPr id="17" name="그림 16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32181EA-85BD-0C62-9FEA-BC924B831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04CC1FB-728E-208F-421D-BDDB11CF5911}"/>
              </a:ext>
            </a:extLst>
          </p:cNvPr>
          <p:cNvGrpSpPr/>
          <p:nvPr/>
        </p:nvGrpSpPr>
        <p:grpSpPr>
          <a:xfrm>
            <a:off x="1726244" y="1754346"/>
            <a:ext cx="718678" cy="200055"/>
            <a:chOff x="1062047" y="1754347"/>
            <a:chExt cx="718678" cy="200055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7335AA1F-8BDC-9F62-B69F-4A339267AE08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CD3DD04-3B5E-C511-9674-C3257394367B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사전동기화</a:t>
              </a:r>
            </a:p>
          </p:txBody>
        </p:sp>
        <p:pic>
          <p:nvPicPr>
            <p:cNvPr id="25" name="그림 24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2C3A6D1-CC8E-D400-BADD-C1B87286D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096FD10F-0C25-F122-FAA0-6CDE206718FC}"/>
              </a:ext>
            </a:extLst>
          </p:cNvPr>
          <p:cNvSpPr/>
          <p:nvPr/>
        </p:nvSpPr>
        <p:spPr>
          <a:xfrm>
            <a:off x="992553" y="177393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A410FA9-0CB5-DECE-5798-33E16E1E896E}"/>
              </a:ext>
            </a:extLst>
          </p:cNvPr>
          <p:cNvSpPr/>
          <p:nvPr/>
        </p:nvSpPr>
        <p:spPr>
          <a:xfrm>
            <a:off x="1649328" y="177221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FC74F22-707D-DBCC-BE9A-6C2C6D073120}"/>
              </a:ext>
            </a:extLst>
          </p:cNvPr>
          <p:cNvGrpSpPr/>
          <p:nvPr/>
        </p:nvGrpSpPr>
        <p:grpSpPr>
          <a:xfrm>
            <a:off x="8319461" y="1942899"/>
            <a:ext cx="658276" cy="261610"/>
            <a:chOff x="8277322" y="1840578"/>
            <a:chExt cx="658276" cy="26161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84DCCB0D-4F0C-71A1-B9B0-D6CDF2374053}"/>
                </a:ext>
              </a:extLst>
            </p:cNvPr>
            <p:cNvSpPr/>
            <p:nvPr/>
          </p:nvSpPr>
          <p:spPr>
            <a:xfrm>
              <a:off x="8323873" y="1905557"/>
              <a:ext cx="493328" cy="1600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709605E-AA32-9990-FE67-5064E5651A95}"/>
                </a:ext>
              </a:extLst>
            </p:cNvPr>
            <p:cNvSpPr txBox="1"/>
            <p:nvPr/>
          </p:nvSpPr>
          <p:spPr>
            <a:xfrm>
              <a:off x="8384836" y="1900480"/>
              <a:ext cx="5507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불러오기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D69278C-EF8B-EAE5-9310-2BEDE5BE3F5F}"/>
                </a:ext>
              </a:extLst>
            </p:cNvPr>
            <p:cNvSpPr txBox="1"/>
            <p:nvPr/>
          </p:nvSpPr>
          <p:spPr>
            <a:xfrm>
              <a:off x="8277322" y="1840578"/>
              <a:ext cx="2710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+</a:t>
              </a:r>
              <a:endParaRPr lang="ko-KR" altLang="en-US" sz="1100" b="1" dirty="0"/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73BDC17A-42EE-B04D-DF89-09496AEDE55D}"/>
              </a:ext>
            </a:extLst>
          </p:cNvPr>
          <p:cNvSpPr/>
          <p:nvPr/>
        </p:nvSpPr>
        <p:spPr>
          <a:xfrm>
            <a:off x="8206323" y="2015603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0813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04E8D-FA35-8F1B-F01C-12BCED2F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6A1A663-A37E-DCF8-EA54-78ACC84B4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759562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지식작업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사전초기화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alert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BD35D291-EC4F-6494-5809-230F9744D523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E1F003A-0401-709C-9246-8E2865951FF1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06DE705-30C2-1712-D46D-5DB437857C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B799394E-1394-6CD9-C8FE-ACCC3438BB2B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162D16-19EC-00AD-5512-982DA0A6FD69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818A7A-7F97-5DCA-A417-C1A4C21AE305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2D72EF-B3F1-97A0-FE8A-E925EAE59310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A53390-0E0F-79E8-8C82-24A65002A50D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1DF5BE-436D-4988-DA04-F118F04B4B43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618646B-C635-D014-C07D-F86B501D68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DD8C0E-0318-1CD7-7513-D39D407E356F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D2EA614-B3BB-8AC8-25EA-3283971A0906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1BE60E2-37D2-56BE-6BE7-F67337EA9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977431"/>
              </p:ext>
            </p:extLst>
          </p:nvPr>
        </p:nvGraphicFramePr>
        <p:xfrm>
          <a:off x="9755558" y="0"/>
          <a:ext cx="2436441" cy="143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유의어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복합어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사용자사전 산출물 저장 테이블이 초기화됨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183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초기화 되지 않고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</a:tbl>
          </a:graphicData>
        </a:graphic>
      </p:graphicFrame>
      <p:pic>
        <p:nvPicPr>
          <p:cNvPr id="21" name="그림 20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A85CF3-F3B1-5EE6-B7F5-26E857DA56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76" t="22252" r="54244" b="6129"/>
          <a:stretch>
            <a:fillRect/>
          </a:stretch>
        </p:blipFill>
        <p:spPr>
          <a:xfrm>
            <a:off x="627501" y="1788571"/>
            <a:ext cx="8641948" cy="44262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B33C81F8-BD95-6139-F093-7EB1C7A05A52}"/>
              </a:ext>
            </a:extLst>
          </p:cNvPr>
          <p:cNvGrpSpPr/>
          <p:nvPr/>
        </p:nvGrpSpPr>
        <p:grpSpPr>
          <a:xfrm>
            <a:off x="1062047" y="1754347"/>
            <a:ext cx="718678" cy="200055"/>
            <a:chOff x="1062047" y="1754347"/>
            <a:chExt cx="718678" cy="200055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47A2C0B-C933-1B6E-8889-A6927F51BF4A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3212EB-B491-E417-651F-EEDDF2F130AC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사전초기화</a:t>
              </a:r>
            </a:p>
          </p:txBody>
        </p:sp>
        <p:pic>
          <p:nvPicPr>
            <p:cNvPr id="17" name="그림 16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2CE913A-B7F8-C28A-923B-99F890301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7739D40-C656-C0B5-27EA-9BEB5D842FD6}"/>
              </a:ext>
            </a:extLst>
          </p:cNvPr>
          <p:cNvGrpSpPr/>
          <p:nvPr/>
        </p:nvGrpSpPr>
        <p:grpSpPr>
          <a:xfrm>
            <a:off x="1726244" y="1754346"/>
            <a:ext cx="718678" cy="200055"/>
            <a:chOff x="1062047" y="1754347"/>
            <a:chExt cx="718678" cy="200055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B385A56-24A0-06DB-3E97-CEF76F2D4831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14F00CB-B2DA-12C4-C73B-3AF3ED3171FE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사전동기화</a:t>
              </a:r>
            </a:p>
          </p:txBody>
        </p:sp>
        <p:pic>
          <p:nvPicPr>
            <p:cNvPr id="25" name="그림 24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D0D5B5F-50F7-AD00-D338-E61FFD22C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497C25-F02B-92B2-2E59-EA09482D167E}"/>
              </a:ext>
            </a:extLst>
          </p:cNvPr>
          <p:cNvSpPr/>
          <p:nvPr/>
        </p:nvSpPr>
        <p:spPr>
          <a:xfrm>
            <a:off x="570067" y="1688605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7847B84-5CCE-4D49-F9C5-5DB0EF8E24E9}"/>
              </a:ext>
            </a:extLst>
          </p:cNvPr>
          <p:cNvGrpSpPr/>
          <p:nvPr/>
        </p:nvGrpSpPr>
        <p:grpSpPr>
          <a:xfrm>
            <a:off x="3762751" y="2661078"/>
            <a:ext cx="712649" cy="352667"/>
            <a:chOff x="1412242" y="2447109"/>
            <a:chExt cx="712649" cy="352667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D877AA3-CD82-D8D5-D81B-992AEC37A31E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D247AE1-7A36-75FF-C057-35EB5FD5E488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2FCD5A8-614E-16DB-6D6D-B22B788726E7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5DE9B33-2186-6A80-FA47-A3AA7D4911F0}"/>
              </a:ext>
            </a:extLst>
          </p:cNvPr>
          <p:cNvSpPr/>
          <p:nvPr/>
        </p:nvSpPr>
        <p:spPr>
          <a:xfrm>
            <a:off x="3648891" y="2595154"/>
            <a:ext cx="2268660" cy="1689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4792A2-4215-1E3B-8DB6-4DAEFE8FA829}"/>
              </a:ext>
            </a:extLst>
          </p:cNvPr>
          <p:cNvSpPr txBox="1"/>
          <p:nvPr/>
        </p:nvSpPr>
        <p:spPr>
          <a:xfrm>
            <a:off x="3831345" y="268717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초기화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25A04CD-9E59-C7CF-F0EF-C4565CBF523B}"/>
              </a:ext>
            </a:extLst>
          </p:cNvPr>
          <p:cNvSpPr/>
          <p:nvPr/>
        </p:nvSpPr>
        <p:spPr>
          <a:xfrm>
            <a:off x="3951447" y="3881352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ED8A26-556E-7EA0-576A-A8F597BF9146}"/>
              </a:ext>
            </a:extLst>
          </p:cNvPr>
          <p:cNvSpPr txBox="1"/>
          <p:nvPr/>
        </p:nvSpPr>
        <p:spPr>
          <a:xfrm>
            <a:off x="4159208" y="3900523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39F3F88-44F1-F204-547E-E00E12374630}"/>
              </a:ext>
            </a:extLst>
          </p:cNvPr>
          <p:cNvSpPr/>
          <p:nvPr/>
        </p:nvSpPr>
        <p:spPr>
          <a:xfrm>
            <a:off x="4893750" y="3878390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72A775-EA08-3223-F681-062246580B0A}"/>
              </a:ext>
            </a:extLst>
          </p:cNvPr>
          <p:cNvSpPr txBox="1"/>
          <p:nvPr/>
        </p:nvSpPr>
        <p:spPr>
          <a:xfrm>
            <a:off x="5103911" y="3895645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E4B4D8E-7823-AF5B-BCE4-CD0265DBD9B5}"/>
              </a:ext>
            </a:extLst>
          </p:cNvPr>
          <p:cNvSpPr/>
          <p:nvPr/>
        </p:nvSpPr>
        <p:spPr>
          <a:xfrm>
            <a:off x="5017635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47FD284-BE88-8F42-1B46-949A77EC0589}"/>
              </a:ext>
            </a:extLst>
          </p:cNvPr>
          <p:cNvSpPr/>
          <p:nvPr/>
        </p:nvSpPr>
        <p:spPr>
          <a:xfrm>
            <a:off x="4063736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C280F5-E8E4-F265-40E5-D5853C03A8D6}"/>
              </a:ext>
            </a:extLst>
          </p:cNvPr>
          <p:cNvSpPr txBox="1"/>
          <p:nvPr/>
        </p:nvSpPr>
        <p:spPr>
          <a:xfrm>
            <a:off x="3850260" y="3247080"/>
            <a:ext cx="19148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데이터를 초기화 하시겠습니까</a:t>
            </a:r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?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6751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14BB-5863-3618-74E9-AA569C933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6E7B13F-B8C4-F52D-4692-69DF02CCE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503768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지식작업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사전동기화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638E09-C5AC-764D-444F-BF3E4D19043D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2D8C91E-436A-A1BC-BEAD-7E7E24CFFE46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268DCB3-EC61-EE47-AD9F-916704E94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0D753EC-AC65-23A4-D018-9C238C97A334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4BE371-082E-746A-550E-B107CB51D997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966098-3F01-F4BC-191A-AEC433DA9854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91E387-E9C1-418B-B8B5-A2CC06D47ECF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34E982-CDEF-05EA-D8C4-5080F3AF66B7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7A6C18-5D52-8A19-11B7-E5E3E0DC43DF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CAD5E7FC-4A52-B939-2B6E-5889DCC63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A9A2D2-9688-72A5-8E39-9FEA2F6B3A0D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494251C-F50C-CDC5-EA3D-1437C2F31D6E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7D64D44-40E8-12A5-E135-584A86754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732329"/>
              </p:ext>
            </p:extLst>
          </p:nvPr>
        </p:nvGraphicFramePr>
        <p:xfrm>
          <a:off x="9755558" y="0"/>
          <a:ext cx="2436441" cy="2061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기반사전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239684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작업한 모든 사전 기반사전에 반영됨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183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동기화 되지 않고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</a:tbl>
          </a:graphicData>
        </a:graphic>
      </p:graphicFrame>
      <p:pic>
        <p:nvPicPr>
          <p:cNvPr id="21" name="그림 20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17CFBF-F886-D0EB-9252-C16D98EED4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76" t="22252" r="54244" b="6129"/>
          <a:stretch>
            <a:fillRect/>
          </a:stretch>
        </p:blipFill>
        <p:spPr>
          <a:xfrm>
            <a:off x="627501" y="1788571"/>
            <a:ext cx="8641948" cy="44262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B72FB8-65BF-866B-9FEE-D6132809E342}"/>
              </a:ext>
            </a:extLst>
          </p:cNvPr>
          <p:cNvGrpSpPr/>
          <p:nvPr/>
        </p:nvGrpSpPr>
        <p:grpSpPr>
          <a:xfrm>
            <a:off x="1062047" y="1754347"/>
            <a:ext cx="718678" cy="200055"/>
            <a:chOff x="1062047" y="1754347"/>
            <a:chExt cx="718678" cy="200055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302A67D-1D22-491C-2F5D-3587A332C788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D350ACD-1275-5728-7376-764F8C3D8E08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사전초기화</a:t>
              </a:r>
            </a:p>
          </p:txBody>
        </p:sp>
        <p:pic>
          <p:nvPicPr>
            <p:cNvPr id="17" name="그림 16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A9F86A9-2F06-25F5-BCF4-CA988EEB9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9CC067B-651C-E5CF-E893-463D9416CF65}"/>
              </a:ext>
            </a:extLst>
          </p:cNvPr>
          <p:cNvGrpSpPr/>
          <p:nvPr/>
        </p:nvGrpSpPr>
        <p:grpSpPr>
          <a:xfrm>
            <a:off x="1726244" y="1754346"/>
            <a:ext cx="718678" cy="200055"/>
            <a:chOff x="1062047" y="1754347"/>
            <a:chExt cx="718678" cy="200055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6665667D-4C70-0DCA-CED1-3C18CBF842B4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3A2CC8-938B-0BC5-7D09-126A45C2ECF1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사전동기화</a:t>
              </a:r>
            </a:p>
          </p:txBody>
        </p:sp>
        <p:pic>
          <p:nvPicPr>
            <p:cNvPr id="25" name="그림 24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869ABB4-6F57-2BC1-67D9-441EFE49E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F9E2C5-35E8-6608-79DA-50EBDD14971C}"/>
              </a:ext>
            </a:extLst>
          </p:cNvPr>
          <p:cNvSpPr/>
          <p:nvPr/>
        </p:nvSpPr>
        <p:spPr>
          <a:xfrm>
            <a:off x="570067" y="1688605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1B9E1FC-EB7D-6CE0-2A23-7CD7A1C504C0}"/>
              </a:ext>
            </a:extLst>
          </p:cNvPr>
          <p:cNvGrpSpPr/>
          <p:nvPr/>
        </p:nvGrpSpPr>
        <p:grpSpPr>
          <a:xfrm>
            <a:off x="4548764" y="2710648"/>
            <a:ext cx="712649" cy="352667"/>
            <a:chOff x="1412242" y="2447109"/>
            <a:chExt cx="712649" cy="352667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A4332F8-AD8B-AE83-80CE-95D0E1DB1863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983A42-D9F9-F75D-1A38-F65F32DB2717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053C1AD-87AF-2906-0289-3E23FA55B255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BF18871-D1C1-7DAF-4C69-38EBF28CE429}"/>
              </a:ext>
            </a:extLst>
          </p:cNvPr>
          <p:cNvSpPr/>
          <p:nvPr/>
        </p:nvSpPr>
        <p:spPr>
          <a:xfrm>
            <a:off x="3799179" y="2104795"/>
            <a:ext cx="2325188" cy="3030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B0BBCD-8F92-CD93-EA3C-8FCE9688EB2C}"/>
              </a:ext>
            </a:extLst>
          </p:cNvPr>
          <p:cNvSpPr txBox="1"/>
          <p:nvPr/>
        </p:nvSpPr>
        <p:spPr>
          <a:xfrm>
            <a:off x="3940017" y="2223371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동기화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E4F2177-92AE-E907-5A9C-510287095005}"/>
              </a:ext>
            </a:extLst>
          </p:cNvPr>
          <p:cNvSpPr/>
          <p:nvPr/>
        </p:nvSpPr>
        <p:spPr>
          <a:xfrm>
            <a:off x="4058811" y="4669339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0BA24-6921-1D91-2B6F-9C459E2F2CD9}"/>
              </a:ext>
            </a:extLst>
          </p:cNvPr>
          <p:cNvSpPr txBox="1"/>
          <p:nvPr/>
        </p:nvSpPr>
        <p:spPr>
          <a:xfrm>
            <a:off x="4266572" y="4688510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7E057C4-D403-D9DE-DD74-1C1B1BF24990}"/>
              </a:ext>
            </a:extLst>
          </p:cNvPr>
          <p:cNvSpPr/>
          <p:nvPr/>
        </p:nvSpPr>
        <p:spPr>
          <a:xfrm>
            <a:off x="5001114" y="4666377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A3329F-47D3-902A-1CB6-0D5F7097BFF5}"/>
              </a:ext>
            </a:extLst>
          </p:cNvPr>
          <p:cNvSpPr txBox="1"/>
          <p:nvPr/>
        </p:nvSpPr>
        <p:spPr>
          <a:xfrm>
            <a:off x="5211275" y="468363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25A61EC-D269-35E1-4796-C81DF59CD8D0}"/>
              </a:ext>
            </a:extLst>
          </p:cNvPr>
          <p:cNvSpPr/>
          <p:nvPr/>
        </p:nvSpPr>
        <p:spPr>
          <a:xfrm>
            <a:off x="5124999" y="472676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9838572-D3E6-1401-7670-9AADA4B7A715}"/>
              </a:ext>
            </a:extLst>
          </p:cNvPr>
          <p:cNvSpPr/>
          <p:nvPr/>
        </p:nvSpPr>
        <p:spPr>
          <a:xfrm>
            <a:off x="4171100" y="472676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10F053-C93A-45EF-7BA9-676F34463533}"/>
              </a:ext>
            </a:extLst>
          </p:cNvPr>
          <p:cNvSpPr txBox="1"/>
          <p:nvPr/>
        </p:nvSpPr>
        <p:spPr>
          <a:xfrm>
            <a:off x="3959632" y="2634146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기반사전 선택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0989248-0E9E-5A97-EA55-D0EEB12C270A}"/>
              </a:ext>
            </a:extLst>
          </p:cNvPr>
          <p:cNvSpPr/>
          <p:nvPr/>
        </p:nvSpPr>
        <p:spPr>
          <a:xfrm>
            <a:off x="4058590" y="2928362"/>
            <a:ext cx="1035702" cy="148975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액자 41">
            <a:extLst>
              <a:ext uri="{FF2B5EF4-FFF2-40B4-BE49-F238E27FC236}">
                <a16:creationId xmlns:a16="http://schemas.microsoft.com/office/drawing/2014/main" id="{20A7ACCC-9861-4A05-38DF-6BDFC26B6052}"/>
              </a:ext>
            </a:extLst>
          </p:cNvPr>
          <p:cNvSpPr/>
          <p:nvPr/>
        </p:nvSpPr>
        <p:spPr>
          <a:xfrm>
            <a:off x="4138589" y="3043393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D28DFB-6AE0-D044-ABB6-0A7448C4D6CC}"/>
              </a:ext>
            </a:extLst>
          </p:cNvPr>
          <p:cNvSpPr txBox="1"/>
          <p:nvPr/>
        </p:nvSpPr>
        <p:spPr>
          <a:xfrm>
            <a:off x="4231908" y="2977994"/>
            <a:ext cx="777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Hmall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B541721-90B1-BFFE-CF97-03888A16845A}"/>
              </a:ext>
            </a:extLst>
          </p:cNvPr>
          <p:cNvSpPr/>
          <p:nvPr/>
        </p:nvSpPr>
        <p:spPr>
          <a:xfrm>
            <a:off x="3933653" y="301980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액자 48">
            <a:extLst>
              <a:ext uri="{FF2B5EF4-FFF2-40B4-BE49-F238E27FC236}">
                <a16:creationId xmlns:a16="http://schemas.microsoft.com/office/drawing/2014/main" id="{1050FDDB-4ACB-B735-CBC4-8B924A7E1BF6}"/>
              </a:ext>
            </a:extLst>
          </p:cNvPr>
          <p:cNvSpPr/>
          <p:nvPr/>
        </p:nvSpPr>
        <p:spPr>
          <a:xfrm>
            <a:off x="4142672" y="3309917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CC8D07-E258-AE07-1D6C-9F18FCC47DA3}"/>
              </a:ext>
            </a:extLst>
          </p:cNvPr>
          <p:cNvSpPr txBox="1"/>
          <p:nvPr/>
        </p:nvSpPr>
        <p:spPr>
          <a:xfrm>
            <a:off x="4235991" y="3244518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epost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51" name="액자 50">
            <a:extLst>
              <a:ext uri="{FF2B5EF4-FFF2-40B4-BE49-F238E27FC236}">
                <a16:creationId xmlns:a16="http://schemas.microsoft.com/office/drawing/2014/main" id="{3806129F-1DA6-BE08-542F-DAC496EC7878}"/>
              </a:ext>
            </a:extLst>
          </p:cNvPr>
          <p:cNvSpPr/>
          <p:nvPr/>
        </p:nvSpPr>
        <p:spPr>
          <a:xfrm>
            <a:off x="4139331" y="3565835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A0E193-468F-E87C-2E86-C54B7F51AC4F}"/>
              </a:ext>
            </a:extLst>
          </p:cNvPr>
          <p:cNvSpPr txBox="1"/>
          <p:nvPr/>
        </p:nvSpPr>
        <p:spPr>
          <a:xfrm>
            <a:off x="4232650" y="3500436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신성통상</a:t>
            </a:r>
          </a:p>
        </p:txBody>
      </p:sp>
      <p:sp>
        <p:nvSpPr>
          <p:cNvPr id="53" name="액자 52">
            <a:extLst>
              <a:ext uri="{FF2B5EF4-FFF2-40B4-BE49-F238E27FC236}">
                <a16:creationId xmlns:a16="http://schemas.microsoft.com/office/drawing/2014/main" id="{B10F3403-2B89-A85E-AFD9-1FA63AC9C90C}"/>
              </a:ext>
            </a:extLst>
          </p:cNvPr>
          <p:cNvSpPr/>
          <p:nvPr/>
        </p:nvSpPr>
        <p:spPr>
          <a:xfrm>
            <a:off x="4142672" y="3828316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F136DB-93E9-1B24-69B9-E2D2859F4C03}"/>
              </a:ext>
            </a:extLst>
          </p:cNvPr>
          <p:cNvSpPr txBox="1"/>
          <p:nvPr/>
        </p:nvSpPr>
        <p:spPr>
          <a:xfrm>
            <a:off x="4235991" y="3762917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갤러리아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55" name="액자 54">
            <a:extLst>
              <a:ext uri="{FF2B5EF4-FFF2-40B4-BE49-F238E27FC236}">
                <a16:creationId xmlns:a16="http://schemas.microsoft.com/office/drawing/2014/main" id="{4CA27699-466B-8614-1C7A-53B65B4099BE}"/>
              </a:ext>
            </a:extLst>
          </p:cNvPr>
          <p:cNvSpPr/>
          <p:nvPr/>
        </p:nvSpPr>
        <p:spPr>
          <a:xfrm>
            <a:off x="4139099" y="4084774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D3E2F0-FBA6-39E1-25A4-DAFE02DF7E6C}"/>
              </a:ext>
            </a:extLst>
          </p:cNvPr>
          <p:cNvSpPr txBox="1"/>
          <p:nvPr/>
        </p:nvSpPr>
        <p:spPr>
          <a:xfrm>
            <a:off x="4232418" y="4019375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더현대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1120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7B51-BB6C-D776-18C4-C45D621B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6D6FF52-96EE-8CF8-008C-F059836DF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537675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지식작업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질의로그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상품데이터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사전불러오기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71BAFE9D-AB04-4A77-3B26-935864BB1B78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ABD683B-B7D7-EDEE-C9D9-08AF8F872936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516B063-182B-1C04-9D4B-94D9264DF1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D043A02F-FD8C-BD88-DAEF-1BE321F44949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49C0AE-F9D4-93DB-76AD-BA02B034DD95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0B2FC0-18C8-2321-5732-E9E454A8E925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70271E-BBAF-D118-E27A-110C467D7069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16A879-2805-861A-3D0E-0EFD8A47E2FB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26C700-F0FA-C9E9-700F-08FCF72553EB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94B33FD-954B-0E02-61D5-6CE1D9FF33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50B246-4235-12A8-4D94-8DB6B4C61A1E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05E4696-B7B9-35CB-DE99-F7271BA3FABF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EA4E92-6EEA-1720-B219-CDCD79BB8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719278"/>
              </p:ext>
            </p:extLst>
          </p:nvPr>
        </p:nvGraphicFramePr>
        <p:xfrm>
          <a:off x="9755558" y="0"/>
          <a:ext cx="2436441" cy="2061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기반사전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838193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가장 최신 버전의 유사어 사전 불러오기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183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데이터가 불러와지지 않고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</a:tbl>
          </a:graphicData>
        </a:graphic>
      </p:graphicFrame>
      <p:pic>
        <p:nvPicPr>
          <p:cNvPr id="21" name="그림 20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142B33-2E7D-0509-737B-32ABE48871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76" t="22252" r="54244" b="6129"/>
          <a:stretch>
            <a:fillRect/>
          </a:stretch>
        </p:blipFill>
        <p:spPr>
          <a:xfrm>
            <a:off x="627501" y="1788571"/>
            <a:ext cx="8641948" cy="44262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2C1327B6-30B1-0700-6F86-A1758DD18A24}"/>
              </a:ext>
            </a:extLst>
          </p:cNvPr>
          <p:cNvGrpSpPr/>
          <p:nvPr/>
        </p:nvGrpSpPr>
        <p:grpSpPr>
          <a:xfrm>
            <a:off x="1062047" y="1754347"/>
            <a:ext cx="718678" cy="200055"/>
            <a:chOff x="1062047" y="1754347"/>
            <a:chExt cx="718678" cy="200055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E8969AD-69A7-E7E7-E458-7AD7BE31AE0C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D66365D-A9CF-8EF7-3BAE-91C1C781E789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사전초기화</a:t>
              </a:r>
            </a:p>
          </p:txBody>
        </p:sp>
        <p:pic>
          <p:nvPicPr>
            <p:cNvPr id="17" name="그림 16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836BB0C-2325-B422-CB57-618F0E584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EFD5DC3-80B3-0788-F5A7-62B0CDFBE6D5}"/>
              </a:ext>
            </a:extLst>
          </p:cNvPr>
          <p:cNvGrpSpPr/>
          <p:nvPr/>
        </p:nvGrpSpPr>
        <p:grpSpPr>
          <a:xfrm>
            <a:off x="1726244" y="1754346"/>
            <a:ext cx="718678" cy="200055"/>
            <a:chOff x="1062047" y="1754347"/>
            <a:chExt cx="718678" cy="200055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44061CE-C7C5-79F6-8001-0AD2EE9F25B7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28A6B1-24D4-B97F-4ABF-7A96E8B17AFF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사전동기화</a:t>
              </a:r>
            </a:p>
          </p:txBody>
        </p:sp>
        <p:pic>
          <p:nvPicPr>
            <p:cNvPr id="25" name="그림 24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6C12791-8772-AEBD-8756-BF9EBF65E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B63703-71F9-C795-C504-A9A6CA929DBF}"/>
              </a:ext>
            </a:extLst>
          </p:cNvPr>
          <p:cNvSpPr/>
          <p:nvPr/>
        </p:nvSpPr>
        <p:spPr>
          <a:xfrm>
            <a:off x="570067" y="1688605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9862553-DE4C-5839-F012-C533A64FA523}"/>
              </a:ext>
            </a:extLst>
          </p:cNvPr>
          <p:cNvGrpSpPr/>
          <p:nvPr/>
        </p:nvGrpSpPr>
        <p:grpSpPr>
          <a:xfrm>
            <a:off x="4548764" y="2710648"/>
            <a:ext cx="712649" cy="352667"/>
            <a:chOff x="1412242" y="2447109"/>
            <a:chExt cx="712649" cy="352667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A90C3A3-7DA9-1803-F5D4-7CA241BDAECB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D2A9201-AB14-EDE0-38D9-D3D72A631675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B18AFE9-1CC7-4758-B56F-C04BCE00CA84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5CDFDD2-A0E2-B6A0-8842-EC3699483657}"/>
              </a:ext>
            </a:extLst>
          </p:cNvPr>
          <p:cNvSpPr/>
          <p:nvPr/>
        </p:nvSpPr>
        <p:spPr>
          <a:xfrm>
            <a:off x="3799179" y="2104795"/>
            <a:ext cx="2325188" cy="3030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DCA3DA-767B-9EE5-9157-9DC271D11AD9}"/>
              </a:ext>
            </a:extLst>
          </p:cNvPr>
          <p:cNvSpPr txBox="1"/>
          <p:nvPr/>
        </p:nvSpPr>
        <p:spPr>
          <a:xfrm>
            <a:off x="3940017" y="2223371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불러오기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B4E9DDD-917F-878B-2916-AD74B318873A}"/>
              </a:ext>
            </a:extLst>
          </p:cNvPr>
          <p:cNvSpPr/>
          <p:nvPr/>
        </p:nvSpPr>
        <p:spPr>
          <a:xfrm>
            <a:off x="4058811" y="4669339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EB71CB-BCC5-1110-0EBC-06BA882527C4}"/>
              </a:ext>
            </a:extLst>
          </p:cNvPr>
          <p:cNvSpPr txBox="1"/>
          <p:nvPr/>
        </p:nvSpPr>
        <p:spPr>
          <a:xfrm>
            <a:off x="4266572" y="4688510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FA358D4-9382-6E5C-8001-19BC20EE33BA}"/>
              </a:ext>
            </a:extLst>
          </p:cNvPr>
          <p:cNvSpPr/>
          <p:nvPr/>
        </p:nvSpPr>
        <p:spPr>
          <a:xfrm>
            <a:off x="5001114" y="4666377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93E8A9-EA39-DEFA-F3BC-DF021A970E72}"/>
              </a:ext>
            </a:extLst>
          </p:cNvPr>
          <p:cNvSpPr txBox="1"/>
          <p:nvPr/>
        </p:nvSpPr>
        <p:spPr>
          <a:xfrm>
            <a:off x="5211275" y="4683632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71A64FD0-2447-25E6-33BF-473768B15F18}"/>
              </a:ext>
            </a:extLst>
          </p:cNvPr>
          <p:cNvSpPr/>
          <p:nvPr/>
        </p:nvSpPr>
        <p:spPr>
          <a:xfrm>
            <a:off x="5124999" y="472676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767CE6D-252F-1E60-845E-DB7C845E9BF8}"/>
              </a:ext>
            </a:extLst>
          </p:cNvPr>
          <p:cNvSpPr/>
          <p:nvPr/>
        </p:nvSpPr>
        <p:spPr>
          <a:xfrm>
            <a:off x="4171100" y="4726767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1F2A90-2A81-5A09-F1EF-CF8861012B4D}"/>
              </a:ext>
            </a:extLst>
          </p:cNvPr>
          <p:cNvSpPr txBox="1"/>
          <p:nvPr/>
        </p:nvSpPr>
        <p:spPr>
          <a:xfrm>
            <a:off x="3959632" y="2634146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기반사전 선택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44A2A09-742B-0C93-0079-2860F4F41FEF}"/>
              </a:ext>
            </a:extLst>
          </p:cNvPr>
          <p:cNvSpPr/>
          <p:nvPr/>
        </p:nvSpPr>
        <p:spPr>
          <a:xfrm>
            <a:off x="4058590" y="2928362"/>
            <a:ext cx="1035702" cy="148975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액자 52">
            <a:extLst>
              <a:ext uri="{FF2B5EF4-FFF2-40B4-BE49-F238E27FC236}">
                <a16:creationId xmlns:a16="http://schemas.microsoft.com/office/drawing/2014/main" id="{D4C524D4-1B44-407E-464B-48CF51AA70BA}"/>
              </a:ext>
            </a:extLst>
          </p:cNvPr>
          <p:cNvSpPr/>
          <p:nvPr/>
        </p:nvSpPr>
        <p:spPr>
          <a:xfrm>
            <a:off x="4138589" y="3043393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53B4C2-6E98-C97E-1227-7BB485CE7FDB}"/>
              </a:ext>
            </a:extLst>
          </p:cNvPr>
          <p:cNvSpPr txBox="1"/>
          <p:nvPr/>
        </p:nvSpPr>
        <p:spPr>
          <a:xfrm>
            <a:off x="4231908" y="2977994"/>
            <a:ext cx="777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Hmall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DFA4A456-25F9-7631-8C7D-47642CB717D1}"/>
              </a:ext>
            </a:extLst>
          </p:cNvPr>
          <p:cNvSpPr/>
          <p:nvPr/>
        </p:nvSpPr>
        <p:spPr>
          <a:xfrm>
            <a:off x="3933653" y="301980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액자 55">
            <a:extLst>
              <a:ext uri="{FF2B5EF4-FFF2-40B4-BE49-F238E27FC236}">
                <a16:creationId xmlns:a16="http://schemas.microsoft.com/office/drawing/2014/main" id="{D8704AB8-D376-5649-EABD-9D5EECB6A2E6}"/>
              </a:ext>
            </a:extLst>
          </p:cNvPr>
          <p:cNvSpPr/>
          <p:nvPr/>
        </p:nvSpPr>
        <p:spPr>
          <a:xfrm>
            <a:off x="4142672" y="3309917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8904FC-E768-9195-FBE5-D09D2757EC17}"/>
              </a:ext>
            </a:extLst>
          </p:cNvPr>
          <p:cNvSpPr txBox="1"/>
          <p:nvPr/>
        </p:nvSpPr>
        <p:spPr>
          <a:xfrm>
            <a:off x="4235991" y="3244518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epost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58" name="액자 57">
            <a:extLst>
              <a:ext uri="{FF2B5EF4-FFF2-40B4-BE49-F238E27FC236}">
                <a16:creationId xmlns:a16="http://schemas.microsoft.com/office/drawing/2014/main" id="{5A45730F-462E-368B-CB91-27963DF6FBB8}"/>
              </a:ext>
            </a:extLst>
          </p:cNvPr>
          <p:cNvSpPr/>
          <p:nvPr/>
        </p:nvSpPr>
        <p:spPr>
          <a:xfrm>
            <a:off x="4139331" y="3565835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28D9B8-6B06-5958-A728-7292A163509A}"/>
              </a:ext>
            </a:extLst>
          </p:cNvPr>
          <p:cNvSpPr txBox="1"/>
          <p:nvPr/>
        </p:nvSpPr>
        <p:spPr>
          <a:xfrm>
            <a:off x="4232650" y="3500436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신성통상</a:t>
            </a:r>
          </a:p>
        </p:txBody>
      </p:sp>
      <p:sp>
        <p:nvSpPr>
          <p:cNvPr id="60" name="액자 59">
            <a:extLst>
              <a:ext uri="{FF2B5EF4-FFF2-40B4-BE49-F238E27FC236}">
                <a16:creationId xmlns:a16="http://schemas.microsoft.com/office/drawing/2014/main" id="{1307AC24-D893-A01D-C2D0-84C3263008E1}"/>
              </a:ext>
            </a:extLst>
          </p:cNvPr>
          <p:cNvSpPr/>
          <p:nvPr/>
        </p:nvSpPr>
        <p:spPr>
          <a:xfrm>
            <a:off x="4142672" y="3828316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9D4993-EE1E-B287-29AA-563D08F5746E}"/>
              </a:ext>
            </a:extLst>
          </p:cNvPr>
          <p:cNvSpPr txBox="1"/>
          <p:nvPr/>
        </p:nvSpPr>
        <p:spPr>
          <a:xfrm>
            <a:off x="4235991" y="3762917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갤러리아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62" name="액자 61">
            <a:extLst>
              <a:ext uri="{FF2B5EF4-FFF2-40B4-BE49-F238E27FC236}">
                <a16:creationId xmlns:a16="http://schemas.microsoft.com/office/drawing/2014/main" id="{D723C60B-BE9F-E79A-702F-3701BCF7DD94}"/>
              </a:ext>
            </a:extLst>
          </p:cNvPr>
          <p:cNvSpPr/>
          <p:nvPr/>
        </p:nvSpPr>
        <p:spPr>
          <a:xfrm>
            <a:off x="4139099" y="4084774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7B85E6-0F06-90E9-A005-10BF6B71DA2E}"/>
              </a:ext>
            </a:extLst>
          </p:cNvPr>
          <p:cNvSpPr txBox="1"/>
          <p:nvPr/>
        </p:nvSpPr>
        <p:spPr>
          <a:xfrm>
            <a:off x="4232418" y="4019375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더현대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973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AE58-E647-B85C-ED84-1A3E12E1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07A6C1E-6FD6-F16E-06DD-3B705BD04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5039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지식작업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 랭킹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8ACA05-9DA1-4B07-0773-1982CA9B574D}"/>
              </a:ext>
            </a:extLst>
          </p:cNvPr>
          <p:cNvGrpSpPr/>
          <p:nvPr/>
        </p:nvGrpSpPr>
        <p:grpSpPr>
          <a:xfrm>
            <a:off x="570067" y="435428"/>
            <a:ext cx="8756816" cy="5788071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81C4F72-E52B-6EB9-7642-576EECEF9907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52937534-0A10-EC07-61E8-C403C63907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E203C87-8746-82BA-0B28-A4E8C2BCEC70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369E5B-CE41-F667-553F-A6C3EA499987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FBADA1-90AC-85B3-E9B1-C73876E349F4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C80433-E97E-6F8B-4751-FE05C3160F43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6A717C-C631-F07E-44FE-EB73AE96DBB3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5C049FF-E8CE-F2DE-F58D-82953DD2FC79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E275B33-034B-0FFD-27F1-F9300DE0A6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0119CE-EEA1-5F12-28B4-7FC1BE632762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3293AFF-5D9C-B5F9-4A8D-8A0D00EEF4D4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9488F6A-3765-9416-41D2-E7C9C2077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017537"/>
              </p:ext>
            </p:extLst>
          </p:nvPr>
        </p:nvGraphicFramePr>
        <p:xfrm>
          <a:off x="9755558" y="0"/>
          <a:ext cx="2436441" cy="3200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사전초기화 버튼 클릭 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사전동기화 버튼 클릭 시 동기화 목적지 사전을 선택할 수 있는 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477350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사전최신화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버튼 클릭 시 세팅할 사전을 선택할 수 있는 창 출력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449134"/>
                  </a:ext>
                </a:extLst>
              </a:tr>
              <a:tr h="61830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삼각형 아이콘 클릭 시 작업 그룹 선택 가능한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select box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아래로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  <a:tr h="51380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*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기존 관리도구 화면과 동일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9704"/>
                  </a:ext>
                </a:extLst>
              </a:tr>
            </a:tbl>
          </a:graphicData>
        </a:graphic>
      </p:graphicFrame>
      <p:pic>
        <p:nvPicPr>
          <p:cNvPr id="28" name="그림 27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9D9128-8795-AAC4-8CB7-FFFFCDC5CA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571" t="19634" r="14571" b="4555"/>
          <a:stretch>
            <a:fillRect/>
          </a:stretch>
        </p:blipFill>
        <p:spPr>
          <a:xfrm>
            <a:off x="1062047" y="1923648"/>
            <a:ext cx="7446227" cy="429114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2698AAD7-C3C1-5BF0-B330-2B6A1622A8D4}"/>
              </a:ext>
            </a:extLst>
          </p:cNvPr>
          <p:cNvGrpSpPr/>
          <p:nvPr/>
        </p:nvGrpSpPr>
        <p:grpSpPr>
          <a:xfrm>
            <a:off x="6995163" y="1713983"/>
            <a:ext cx="718678" cy="200055"/>
            <a:chOff x="1062047" y="1754347"/>
            <a:chExt cx="718678" cy="200055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962DA4A4-C903-A601-59D9-74E83EC4891D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5F7375D-2A98-E812-79FD-795C48239C3A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사전초기화</a:t>
              </a:r>
            </a:p>
          </p:txBody>
        </p:sp>
        <p:pic>
          <p:nvPicPr>
            <p:cNvPr id="32" name="그림 31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2B78BE2-CA0F-4592-871C-812AE75D1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A6FB1794-F6A9-0D25-1527-D6A77FF571B3}"/>
              </a:ext>
            </a:extLst>
          </p:cNvPr>
          <p:cNvSpPr/>
          <p:nvPr/>
        </p:nvSpPr>
        <p:spPr>
          <a:xfrm>
            <a:off x="6916960" y="1733573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67978C-A8F3-B8BF-EADE-D8D8FEC784F0}"/>
              </a:ext>
            </a:extLst>
          </p:cNvPr>
          <p:cNvSpPr txBox="1"/>
          <p:nvPr/>
        </p:nvSpPr>
        <p:spPr>
          <a:xfrm>
            <a:off x="1026731" y="1234859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관리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153EEFC-3630-4B14-AB5E-3B439578B181}"/>
              </a:ext>
            </a:extLst>
          </p:cNvPr>
          <p:cNvSpPr/>
          <p:nvPr/>
        </p:nvSpPr>
        <p:spPr>
          <a:xfrm>
            <a:off x="1184366" y="1558834"/>
            <a:ext cx="2882537" cy="186867"/>
          </a:xfrm>
          <a:prstGeom prst="roundRect">
            <a:avLst/>
          </a:prstGeom>
          <a:solidFill>
            <a:srgbClr val="EDEDE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E4614F3E-C594-B7DF-AB99-C692F540DA82}"/>
              </a:ext>
            </a:extLst>
          </p:cNvPr>
          <p:cNvSpPr/>
          <p:nvPr/>
        </p:nvSpPr>
        <p:spPr>
          <a:xfrm rot="10800000">
            <a:off x="3918857" y="1629407"/>
            <a:ext cx="69668" cy="45719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0D8D5-4F0A-3146-D126-855C27EAB71B}"/>
              </a:ext>
            </a:extLst>
          </p:cNvPr>
          <p:cNvSpPr txBox="1"/>
          <p:nvPr/>
        </p:nvSpPr>
        <p:spPr>
          <a:xfrm>
            <a:off x="1193047" y="1560855"/>
            <a:ext cx="6198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선택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0728090-6F4C-F95A-FCA1-8F098197E01E}"/>
              </a:ext>
            </a:extLst>
          </p:cNvPr>
          <p:cNvSpPr/>
          <p:nvPr/>
        </p:nvSpPr>
        <p:spPr>
          <a:xfrm>
            <a:off x="3760157" y="1571276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33FF78D-DCD9-2A76-4F4D-C8DE80EAE9A5}"/>
              </a:ext>
            </a:extLst>
          </p:cNvPr>
          <p:cNvGrpSpPr/>
          <p:nvPr/>
        </p:nvGrpSpPr>
        <p:grpSpPr>
          <a:xfrm>
            <a:off x="7713841" y="1711634"/>
            <a:ext cx="718678" cy="200055"/>
            <a:chOff x="1062047" y="1754347"/>
            <a:chExt cx="718678" cy="200055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D2F3B866-8D3E-4A5A-CD23-A90EFFCE5507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A95D10-72B7-D42D-C426-3C6F2185E7A8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사전동기화</a:t>
              </a:r>
            </a:p>
          </p:txBody>
        </p:sp>
        <p:pic>
          <p:nvPicPr>
            <p:cNvPr id="42" name="그림 41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45998AC-A7CD-9D3A-4C6D-6157DAF0C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43" name="타원 42">
            <a:extLst>
              <a:ext uri="{FF2B5EF4-FFF2-40B4-BE49-F238E27FC236}">
                <a16:creationId xmlns:a16="http://schemas.microsoft.com/office/drawing/2014/main" id="{266F06DD-F944-7244-D095-8283D5AD1F34}"/>
              </a:ext>
            </a:extLst>
          </p:cNvPr>
          <p:cNvSpPr/>
          <p:nvPr/>
        </p:nvSpPr>
        <p:spPr>
          <a:xfrm>
            <a:off x="7635638" y="173122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F1A6F9C-AC04-97F2-7B8E-3AE88CC55683}"/>
              </a:ext>
            </a:extLst>
          </p:cNvPr>
          <p:cNvGrpSpPr/>
          <p:nvPr/>
        </p:nvGrpSpPr>
        <p:grpSpPr>
          <a:xfrm>
            <a:off x="2031836" y="1296414"/>
            <a:ext cx="718678" cy="200055"/>
            <a:chOff x="1062047" y="1754347"/>
            <a:chExt cx="718678" cy="200055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9EAA67B9-9A8D-1E1D-25F7-510B560ED133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03C2649-088D-2A85-3DD1-D134B7835402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 err="1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사전최신화</a:t>
              </a:r>
              <a:endParaRPr lang="ko-KR" altLang="en-US" sz="7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pic>
          <p:nvPicPr>
            <p:cNvPr id="47" name="그림 46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A759A53-D350-32E5-CB04-9129587CC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48" name="타원 47">
            <a:extLst>
              <a:ext uri="{FF2B5EF4-FFF2-40B4-BE49-F238E27FC236}">
                <a16:creationId xmlns:a16="http://schemas.microsoft.com/office/drawing/2014/main" id="{C36184D1-D5BB-0E1E-A48B-DD6A0E17DB2D}"/>
              </a:ext>
            </a:extLst>
          </p:cNvPr>
          <p:cNvSpPr/>
          <p:nvPr/>
        </p:nvSpPr>
        <p:spPr>
          <a:xfrm>
            <a:off x="1953633" y="131600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6074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D0839-9397-CAD6-BF50-D06A5D46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5C926D1-5C91-2E05-D4EA-A4602FBAB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752670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지식작업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 랭킹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사전초기화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alert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3FA1E-26DB-87BB-7B82-D7C947C18AC8}"/>
              </a:ext>
            </a:extLst>
          </p:cNvPr>
          <p:cNvGrpSpPr/>
          <p:nvPr/>
        </p:nvGrpSpPr>
        <p:grpSpPr>
          <a:xfrm>
            <a:off x="570067" y="435428"/>
            <a:ext cx="8756816" cy="5788071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AB965B7-EB50-4AB2-A161-5AB9AF22F58A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8C723D3-7479-1289-CDA2-05A215A8BB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F432C6DB-43D4-7441-87CB-30CAB4BF9212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9A4CE0-7388-2B5E-F6C0-7B35DB309619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CFE0E2-E6B6-AAFA-6DC7-DA917AE43351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F07EDB-4D58-DE57-0521-34759F01666C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E65331-02EF-9B45-37AE-DAE0565F4307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CC7E9B-06CC-B0EC-4E23-D7D552141B07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2B3DEB5-BF2B-2813-B064-09B2F62C18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B1A307-BCD2-BF91-ACAA-D43AC757FC06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CDA8831-8A04-3A91-D79A-E10B5DA8A863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2586A9D-E1E7-7F6F-5134-C43942A56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709381"/>
              </p:ext>
            </p:extLst>
          </p:nvPr>
        </p:nvGraphicFramePr>
        <p:xfrm>
          <a:off x="9755558" y="0"/>
          <a:ext cx="2436441" cy="1443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키워드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dcat,delcat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사전이 초기화됨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초기화 되지 않고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477350"/>
                  </a:ext>
                </a:extLst>
              </a:tr>
            </a:tbl>
          </a:graphicData>
        </a:graphic>
      </p:graphicFrame>
      <p:pic>
        <p:nvPicPr>
          <p:cNvPr id="28" name="그림 27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D14FBF-77C5-834B-A577-B0FED82CDE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571" t="19634" r="14571" b="4555"/>
          <a:stretch>
            <a:fillRect/>
          </a:stretch>
        </p:blipFill>
        <p:spPr>
          <a:xfrm>
            <a:off x="1062047" y="1923648"/>
            <a:ext cx="7446227" cy="429114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24E27B9F-6EC1-66FC-E16C-0B336A27880F}"/>
              </a:ext>
            </a:extLst>
          </p:cNvPr>
          <p:cNvGrpSpPr/>
          <p:nvPr/>
        </p:nvGrpSpPr>
        <p:grpSpPr>
          <a:xfrm>
            <a:off x="6995163" y="1713983"/>
            <a:ext cx="718678" cy="200055"/>
            <a:chOff x="1062047" y="1754347"/>
            <a:chExt cx="718678" cy="200055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4E46FA34-624A-636D-9CBA-1BE7326A963A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1562C8D-1948-F274-C708-6B676DBCA7A9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사전초기화</a:t>
              </a:r>
            </a:p>
          </p:txBody>
        </p:sp>
        <p:pic>
          <p:nvPicPr>
            <p:cNvPr id="32" name="그림 31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DB887CE-EC44-72B0-A2D0-7513E9269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677F723-5F41-7246-B4C2-803DE5C164D1}"/>
              </a:ext>
            </a:extLst>
          </p:cNvPr>
          <p:cNvSpPr txBox="1"/>
          <p:nvPr/>
        </p:nvSpPr>
        <p:spPr>
          <a:xfrm>
            <a:off x="1026731" y="1234859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관리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611FF2A-C46F-AE5F-C39A-E3F22E3E1181}"/>
              </a:ext>
            </a:extLst>
          </p:cNvPr>
          <p:cNvSpPr/>
          <p:nvPr/>
        </p:nvSpPr>
        <p:spPr>
          <a:xfrm>
            <a:off x="1184366" y="1558834"/>
            <a:ext cx="2882537" cy="186867"/>
          </a:xfrm>
          <a:prstGeom prst="roundRect">
            <a:avLst/>
          </a:prstGeom>
          <a:solidFill>
            <a:srgbClr val="EDEDE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53E373B6-000C-228F-782F-995E9B85CC6A}"/>
              </a:ext>
            </a:extLst>
          </p:cNvPr>
          <p:cNvSpPr/>
          <p:nvPr/>
        </p:nvSpPr>
        <p:spPr>
          <a:xfrm rot="10800000">
            <a:off x="3918857" y="1629407"/>
            <a:ext cx="69668" cy="45719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8F8069-F47B-7B7D-DEC0-5C5C28CEE883}"/>
              </a:ext>
            </a:extLst>
          </p:cNvPr>
          <p:cNvSpPr txBox="1"/>
          <p:nvPr/>
        </p:nvSpPr>
        <p:spPr>
          <a:xfrm>
            <a:off x="1193047" y="1560855"/>
            <a:ext cx="6198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선택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35990E3-B3F2-7167-E952-05653CCC88E8}"/>
              </a:ext>
            </a:extLst>
          </p:cNvPr>
          <p:cNvGrpSpPr/>
          <p:nvPr/>
        </p:nvGrpSpPr>
        <p:grpSpPr>
          <a:xfrm>
            <a:off x="7713841" y="1711634"/>
            <a:ext cx="718678" cy="200055"/>
            <a:chOff x="1062047" y="1754347"/>
            <a:chExt cx="718678" cy="200055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0EFBBE43-CF70-EFC7-2411-50B785D812AA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67AE33-C880-3F4E-8F59-0BED6BBBA3C7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사전동기화</a:t>
              </a:r>
            </a:p>
          </p:txBody>
        </p:sp>
        <p:pic>
          <p:nvPicPr>
            <p:cNvPr id="42" name="그림 41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79EC0B4-3118-225E-3330-1F1D9E7F1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F43DF98-62C9-E9FA-06DC-4B0A59FC3C7E}"/>
              </a:ext>
            </a:extLst>
          </p:cNvPr>
          <p:cNvGrpSpPr/>
          <p:nvPr/>
        </p:nvGrpSpPr>
        <p:grpSpPr>
          <a:xfrm>
            <a:off x="2031836" y="1296414"/>
            <a:ext cx="718678" cy="200055"/>
            <a:chOff x="1062047" y="1754347"/>
            <a:chExt cx="718678" cy="200055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A5545FE6-3319-762C-9CCF-41F1C6999EB6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EC708A9-A93E-E9A9-13BF-9F539816730E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 err="1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사전최신화</a:t>
              </a:r>
              <a:endParaRPr lang="ko-KR" altLang="en-US" sz="7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pic>
          <p:nvPicPr>
            <p:cNvPr id="47" name="그림 46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153E93F-3E73-6E8F-47FB-E187EC9B5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C1C5A4-68CA-45E2-2C71-E959C23B0B73}"/>
              </a:ext>
            </a:extLst>
          </p:cNvPr>
          <p:cNvSpPr/>
          <p:nvPr/>
        </p:nvSpPr>
        <p:spPr>
          <a:xfrm>
            <a:off x="570067" y="1226785"/>
            <a:ext cx="8756816" cy="5010324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FB84715-8912-C4BB-2638-6E0A82AEE634}"/>
              </a:ext>
            </a:extLst>
          </p:cNvPr>
          <p:cNvGrpSpPr/>
          <p:nvPr/>
        </p:nvGrpSpPr>
        <p:grpSpPr>
          <a:xfrm>
            <a:off x="3762751" y="2661078"/>
            <a:ext cx="712649" cy="352667"/>
            <a:chOff x="1412242" y="2447109"/>
            <a:chExt cx="712649" cy="35266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C85BDE7-6E41-0EC7-4B59-72A06D8B5AD1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C89848F-DB68-3E0D-68D0-B4B319E2F766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666A213-271A-142C-EB02-C6E78B50297C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06DE44-C1D5-8BB1-3F56-621D6B9D7123}"/>
              </a:ext>
            </a:extLst>
          </p:cNvPr>
          <p:cNvSpPr/>
          <p:nvPr/>
        </p:nvSpPr>
        <p:spPr>
          <a:xfrm>
            <a:off x="3648891" y="2595154"/>
            <a:ext cx="2268660" cy="1689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BFAFC4-14C6-61ED-7CDC-35EF7085C6CC}"/>
              </a:ext>
            </a:extLst>
          </p:cNvPr>
          <p:cNvSpPr txBox="1"/>
          <p:nvPr/>
        </p:nvSpPr>
        <p:spPr>
          <a:xfrm>
            <a:off x="3831345" y="268717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초기화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29118C-A0E8-16BE-3E79-7DB357171D6C}"/>
              </a:ext>
            </a:extLst>
          </p:cNvPr>
          <p:cNvSpPr/>
          <p:nvPr/>
        </p:nvSpPr>
        <p:spPr>
          <a:xfrm>
            <a:off x="3951447" y="3881352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F4B67D-614A-6782-41BE-3825BF973EBD}"/>
              </a:ext>
            </a:extLst>
          </p:cNvPr>
          <p:cNvSpPr txBox="1"/>
          <p:nvPr/>
        </p:nvSpPr>
        <p:spPr>
          <a:xfrm>
            <a:off x="4159208" y="3900523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F858E14-3F1E-7D74-C1B2-A2F50336FA7B}"/>
              </a:ext>
            </a:extLst>
          </p:cNvPr>
          <p:cNvSpPr/>
          <p:nvPr/>
        </p:nvSpPr>
        <p:spPr>
          <a:xfrm>
            <a:off x="4893750" y="3878390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ADC96D-BF1A-3522-B019-EB1048616108}"/>
              </a:ext>
            </a:extLst>
          </p:cNvPr>
          <p:cNvSpPr txBox="1"/>
          <p:nvPr/>
        </p:nvSpPr>
        <p:spPr>
          <a:xfrm>
            <a:off x="5103911" y="3895645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0867FB0-654F-B5CD-6FE6-AEFAD06CB0A9}"/>
              </a:ext>
            </a:extLst>
          </p:cNvPr>
          <p:cNvSpPr/>
          <p:nvPr/>
        </p:nvSpPr>
        <p:spPr>
          <a:xfrm>
            <a:off x="5017635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3B71A91-E84A-8BE5-6A8F-14D8D9F1C8F8}"/>
              </a:ext>
            </a:extLst>
          </p:cNvPr>
          <p:cNvSpPr/>
          <p:nvPr/>
        </p:nvSpPr>
        <p:spPr>
          <a:xfrm>
            <a:off x="4063736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CE5649-48C1-CD1E-2DA4-D41F3346F9F7}"/>
              </a:ext>
            </a:extLst>
          </p:cNvPr>
          <p:cNvSpPr txBox="1"/>
          <p:nvPr/>
        </p:nvSpPr>
        <p:spPr>
          <a:xfrm>
            <a:off x="3850260" y="3247080"/>
            <a:ext cx="19148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데이터를 초기화 하시겠습니까</a:t>
            </a:r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?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315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9141-2168-CF7F-FF85-B73A102D9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2940C53-40B0-BE3A-5BA9-D1E84BC38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775829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지식작업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 랭킹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사전동기화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F575CC90-9EF1-DB4D-792A-6963BB40FE54}"/>
              </a:ext>
            </a:extLst>
          </p:cNvPr>
          <p:cNvGrpSpPr/>
          <p:nvPr/>
        </p:nvGrpSpPr>
        <p:grpSpPr>
          <a:xfrm>
            <a:off x="570067" y="435428"/>
            <a:ext cx="8756816" cy="5788071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E23E4EC-1F99-438B-4B70-1E5060524722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F412D03-7E53-9C71-4883-BAE5507B2B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AC30855-C8F6-FB8E-3858-AF76104B9F50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BFC9A-68A8-DD0D-875E-F23BCD575315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94107C-BC92-FD60-1369-9385D75DB93A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7C6240-EB8C-C986-B38F-688CC62181BC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0A29F9-0A2C-8BA8-6F38-18193E8439FD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C3A661-C304-EEB6-FFBA-8812825A355B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F03FB1A3-BFB0-E4B5-02DD-DAA37CD03E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4904A9-C9E4-A2A7-3E37-6E472D470B10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33F363-5B7C-DDDA-BAA4-6DF2E30EEB3A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A34CCB0-8DEA-35B4-666F-D9883C181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13684"/>
              </p:ext>
            </p:extLst>
          </p:nvPr>
        </p:nvGraphicFramePr>
        <p:xfrm>
          <a:off x="9755558" y="0"/>
          <a:ext cx="2436441" cy="2067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기반사전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작업한 모든 사전 기반사전에 반영됨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21911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동기화 되지 않고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477350"/>
                  </a:ext>
                </a:extLst>
              </a:tr>
            </a:tbl>
          </a:graphicData>
        </a:graphic>
      </p:graphicFrame>
      <p:pic>
        <p:nvPicPr>
          <p:cNvPr id="28" name="그림 27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392B02-F2BF-8D75-51C8-DA59DD3686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571" t="19634" r="14571" b="4555"/>
          <a:stretch>
            <a:fillRect/>
          </a:stretch>
        </p:blipFill>
        <p:spPr>
          <a:xfrm>
            <a:off x="1062047" y="1923648"/>
            <a:ext cx="7446227" cy="429114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21033AF8-663B-646E-FD07-944DA54F525E}"/>
              </a:ext>
            </a:extLst>
          </p:cNvPr>
          <p:cNvGrpSpPr/>
          <p:nvPr/>
        </p:nvGrpSpPr>
        <p:grpSpPr>
          <a:xfrm>
            <a:off x="6995163" y="1713983"/>
            <a:ext cx="718678" cy="200055"/>
            <a:chOff x="1062047" y="1754347"/>
            <a:chExt cx="718678" cy="200055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C0EBA0EA-689B-3931-B497-3CB9186253B6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5DA8F48-0E81-5D59-088C-EDBED5232E7E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사전초기화</a:t>
              </a:r>
            </a:p>
          </p:txBody>
        </p:sp>
        <p:pic>
          <p:nvPicPr>
            <p:cNvPr id="32" name="그림 31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BCE0880-CF9C-0DBB-A323-171F8B7B5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1DC6C63-11C8-9F25-C238-F897F0698932}"/>
              </a:ext>
            </a:extLst>
          </p:cNvPr>
          <p:cNvSpPr txBox="1"/>
          <p:nvPr/>
        </p:nvSpPr>
        <p:spPr>
          <a:xfrm>
            <a:off x="1026731" y="1234859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관리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AFE7C79-946D-1E33-71BA-FA680C1A5418}"/>
              </a:ext>
            </a:extLst>
          </p:cNvPr>
          <p:cNvSpPr/>
          <p:nvPr/>
        </p:nvSpPr>
        <p:spPr>
          <a:xfrm>
            <a:off x="1184366" y="1558834"/>
            <a:ext cx="2882537" cy="186867"/>
          </a:xfrm>
          <a:prstGeom prst="roundRect">
            <a:avLst/>
          </a:prstGeom>
          <a:solidFill>
            <a:srgbClr val="EDEDE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D9ECDE83-437C-BE54-0955-0CF5CA9117FA}"/>
              </a:ext>
            </a:extLst>
          </p:cNvPr>
          <p:cNvSpPr/>
          <p:nvPr/>
        </p:nvSpPr>
        <p:spPr>
          <a:xfrm rot="10800000">
            <a:off x="3918857" y="1629407"/>
            <a:ext cx="69668" cy="45719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622BBC-20CB-88A1-E307-1B889F372B47}"/>
              </a:ext>
            </a:extLst>
          </p:cNvPr>
          <p:cNvSpPr txBox="1"/>
          <p:nvPr/>
        </p:nvSpPr>
        <p:spPr>
          <a:xfrm>
            <a:off x="1193047" y="1560855"/>
            <a:ext cx="6198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선택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25E6AD3-296E-F0DC-95E7-9D02EA8D8809}"/>
              </a:ext>
            </a:extLst>
          </p:cNvPr>
          <p:cNvGrpSpPr/>
          <p:nvPr/>
        </p:nvGrpSpPr>
        <p:grpSpPr>
          <a:xfrm>
            <a:off x="7713841" y="1711634"/>
            <a:ext cx="718678" cy="200055"/>
            <a:chOff x="1062047" y="1754347"/>
            <a:chExt cx="718678" cy="200055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4535B1E9-9E00-96FE-5F56-A4B8D570ACAE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5BF93C-7140-F3FE-81C5-E131A04244AF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사전동기화</a:t>
              </a:r>
            </a:p>
          </p:txBody>
        </p:sp>
        <p:pic>
          <p:nvPicPr>
            <p:cNvPr id="42" name="그림 41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F84D911-F6F8-2A41-FCDE-428810AB0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E09ED69-7AEE-B473-E730-1D1D5006AA01}"/>
              </a:ext>
            </a:extLst>
          </p:cNvPr>
          <p:cNvGrpSpPr/>
          <p:nvPr/>
        </p:nvGrpSpPr>
        <p:grpSpPr>
          <a:xfrm>
            <a:off x="2031836" y="1296414"/>
            <a:ext cx="718678" cy="200055"/>
            <a:chOff x="1062047" y="1754347"/>
            <a:chExt cx="718678" cy="200055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3F8F68D7-4D1A-F5C1-0A70-8B13A379FC9C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4153EE5-14C2-02A7-E913-70698C7AC1A5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 err="1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사전최신화</a:t>
              </a:r>
              <a:endParaRPr lang="ko-KR" altLang="en-US" sz="7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pic>
          <p:nvPicPr>
            <p:cNvPr id="47" name="그림 46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33F29A3-419C-60B4-0523-45A3E7F42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ABB5F1F-9AB7-ABBA-7C54-1A986B6B6DBD}"/>
              </a:ext>
            </a:extLst>
          </p:cNvPr>
          <p:cNvSpPr/>
          <p:nvPr/>
        </p:nvSpPr>
        <p:spPr>
          <a:xfrm>
            <a:off x="570067" y="1199709"/>
            <a:ext cx="8756816" cy="5037400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CD9AB6A-45BC-AA99-0036-387E9A70A7A9}"/>
              </a:ext>
            </a:extLst>
          </p:cNvPr>
          <p:cNvGrpSpPr/>
          <p:nvPr/>
        </p:nvGrpSpPr>
        <p:grpSpPr>
          <a:xfrm>
            <a:off x="4548764" y="2475515"/>
            <a:ext cx="712649" cy="352667"/>
            <a:chOff x="1412242" y="2447109"/>
            <a:chExt cx="712649" cy="352667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A829262-4358-1C0B-7654-F540FCE7DFFC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8D5681D-23DB-FB03-EBC2-C03448E91672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BB0E7F1-0D5D-99D0-CF7A-95CF0302A716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5E0BF47-2B12-B598-72CC-BDEAEB65987E}"/>
              </a:ext>
            </a:extLst>
          </p:cNvPr>
          <p:cNvSpPr/>
          <p:nvPr/>
        </p:nvSpPr>
        <p:spPr>
          <a:xfrm>
            <a:off x="3799179" y="1869662"/>
            <a:ext cx="2325188" cy="3030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F01D93-F4EC-64B9-2AE9-1C10495D5052}"/>
              </a:ext>
            </a:extLst>
          </p:cNvPr>
          <p:cNvSpPr txBox="1"/>
          <p:nvPr/>
        </p:nvSpPr>
        <p:spPr>
          <a:xfrm>
            <a:off x="3940017" y="1988238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동기화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AF2AF89-5CF5-3E2D-A36A-9B8643F50C44}"/>
              </a:ext>
            </a:extLst>
          </p:cNvPr>
          <p:cNvSpPr/>
          <p:nvPr/>
        </p:nvSpPr>
        <p:spPr>
          <a:xfrm>
            <a:off x="4058811" y="4434206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528F5F-3EC4-FF6F-1296-4F6C6AF91488}"/>
              </a:ext>
            </a:extLst>
          </p:cNvPr>
          <p:cNvSpPr txBox="1"/>
          <p:nvPr/>
        </p:nvSpPr>
        <p:spPr>
          <a:xfrm>
            <a:off x="4266572" y="4453377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3623D46-7BF4-E9BB-AE1F-A891E85A9D8A}"/>
              </a:ext>
            </a:extLst>
          </p:cNvPr>
          <p:cNvSpPr/>
          <p:nvPr/>
        </p:nvSpPr>
        <p:spPr>
          <a:xfrm>
            <a:off x="5001114" y="4431244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2A7F17-1766-2D2D-D1E3-A81A68C6CB93}"/>
              </a:ext>
            </a:extLst>
          </p:cNvPr>
          <p:cNvSpPr txBox="1"/>
          <p:nvPr/>
        </p:nvSpPr>
        <p:spPr>
          <a:xfrm>
            <a:off x="5211275" y="4448499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0E60A5A7-B20D-4E72-39F8-B11CF2FD0651}"/>
              </a:ext>
            </a:extLst>
          </p:cNvPr>
          <p:cNvSpPr/>
          <p:nvPr/>
        </p:nvSpPr>
        <p:spPr>
          <a:xfrm>
            <a:off x="5124999" y="449163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01F6AA0F-FAB4-7538-136E-24C93293A908}"/>
              </a:ext>
            </a:extLst>
          </p:cNvPr>
          <p:cNvSpPr/>
          <p:nvPr/>
        </p:nvSpPr>
        <p:spPr>
          <a:xfrm>
            <a:off x="4171100" y="449163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05298D-35AB-60B3-1897-5D3A4C95AFA8}"/>
              </a:ext>
            </a:extLst>
          </p:cNvPr>
          <p:cNvSpPr txBox="1"/>
          <p:nvPr/>
        </p:nvSpPr>
        <p:spPr>
          <a:xfrm>
            <a:off x="3959632" y="2399013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기반사전 선택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6400CBA-6686-3B83-2A5E-FA76EB57400C}"/>
              </a:ext>
            </a:extLst>
          </p:cNvPr>
          <p:cNvSpPr/>
          <p:nvPr/>
        </p:nvSpPr>
        <p:spPr>
          <a:xfrm>
            <a:off x="4058590" y="2693229"/>
            <a:ext cx="1035702" cy="148975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액자 61">
            <a:extLst>
              <a:ext uri="{FF2B5EF4-FFF2-40B4-BE49-F238E27FC236}">
                <a16:creationId xmlns:a16="http://schemas.microsoft.com/office/drawing/2014/main" id="{26947137-9F2D-BF3D-3C30-44B00908D592}"/>
              </a:ext>
            </a:extLst>
          </p:cNvPr>
          <p:cNvSpPr/>
          <p:nvPr/>
        </p:nvSpPr>
        <p:spPr>
          <a:xfrm>
            <a:off x="4138589" y="2808260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263100-D5A4-BAFE-E13E-F1905103B1EE}"/>
              </a:ext>
            </a:extLst>
          </p:cNvPr>
          <p:cNvSpPr txBox="1"/>
          <p:nvPr/>
        </p:nvSpPr>
        <p:spPr>
          <a:xfrm>
            <a:off x="4231908" y="2742861"/>
            <a:ext cx="777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Hmall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DD65D5A7-1B1E-ED01-6875-1D2D31AC95CD}"/>
              </a:ext>
            </a:extLst>
          </p:cNvPr>
          <p:cNvSpPr/>
          <p:nvPr/>
        </p:nvSpPr>
        <p:spPr>
          <a:xfrm>
            <a:off x="3933653" y="2784671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액자 64">
            <a:extLst>
              <a:ext uri="{FF2B5EF4-FFF2-40B4-BE49-F238E27FC236}">
                <a16:creationId xmlns:a16="http://schemas.microsoft.com/office/drawing/2014/main" id="{AFC9C324-DF02-4BAB-DCFC-88EF568A22D1}"/>
              </a:ext>
            </a:extLst>
          </p:cNvPr>
          <p:cNvSpPr/>
          <p:nvPr/>
        </p:nvSpPr>
        <p:spPr>
          <a:xfrm>
            <a:off x="4142672" y="3074784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B14B21-0337-B92A-8BE4-8821956A4672}"/>
              </a:ext>
            </a:extLst>
          </p:cNvPr>
          <p:cNvSpPr txBox="1"/>
          <p:nvPr/>
        </p:nvSpPr>
        <p:spPr>
          <a:xfrm>
            <a:off x="4235991" y="3009385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epost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67" name="액자 66">
            <a:extLst>
              <a:ext uri="{FF2B5EF4-FFF2-40B4-BE49-F238E27FC236}">
                <a16:creationId xmlns:a16="http://schemas.microsoft.com/office/drawing/2014/main" id="{10A3703D-5AE5-077B-D76E-5F6ED867C865}"/>
              </a:ext>
            </a:extLst>
          </p:cNvPr>
          <p:cNvSpPr/>
          <p:nvPr/>
        </p:nvSpPr>
        <p:spPr>
          <a:xfrm>
            <a:off x="4139331" y="3330702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0CBD51-3AE8-89E9-9F30-79C0BDAFBC6E}"/>
              </a:ext>
            </a:extLst>
          </p:cNvPr>
          <p:cNvSpPr txBox="1"/>
          <p:nvPr/>
        </p:nvSpPr>
        <p:spPr>
          <a:xfrm>
            <a:off x="4232650" y="3265303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신성통상</a:t>
            </a:r>
          </a:p>
        </p:txBody>
      </p:sp>
      <p:sp>
        <p:nvSpPr>
          <p:cNvPr id="69" name="액자 68">
            <a:extLst>
              <a:ext uri="{FF2B5EF4-FFF2-40B4-BE49-F238E27FC236}">
                <a16:creationId xmlns:a16="http://schemas.microsoft.com/office/drawing/2014/main" id="{EE4DAD3A-C6BC-A8F2-9ABA-C76974D2C991}"/>
              </a:ext>
            </a:extLst>
          </p:cNvPr>
          <p:cNvSpPr/>
          <p:nvPr/>
        </p:nvSpPr>
        <p:spPr>
          <a:xfrm>
            <a:off x="4142672" y="3593183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4D8102-2BBA-DF84-5347-B4C740D15190}"/>
              </a:ext>
            </a:extLst>
          </p:cNvPr>
          <p:cNvSpPr txBox="1"/>
          <p:nvPr/>
        </p:nvSpPr>
        <p:spPr>
          <a:xfrm>
            <a:off x="4235991" y="3527784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갤러리아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1" name="액자 70">
            <a:extLst>
              <a:ext uri="{FF2B5EF4-FFF2-40B4-BE49-F238E27FC236}">
                <a16:creationId xmlns:a16="http://schemas.microsoft.com/office/drawing/2014/main" id="{AC0FE30D-CEAF-5088-64E2-010D9DD57BCC}"/>
              </a:ext>
            </a:extLst>
          </p:cNvPr>
          <p:cNvSpPr/>
          <p:nvPr/>
        </p:nvSpPr>
        <p:spPr>
          <a:xfrm>
            <a:off x="4139099" y="3849641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A35E58-782A-07C1-65C2-4262D0F7A08E}"/>
              </a:ext>
            </a:extLst>
          </p:cNvPr>
          <p:cNvSpPr txBox="1"/>
          <p:nvPr/>
        </p:nvSpPr>
        <p:spPr>
          <a:xfrm>
            <a:off x="4232418" y="3784242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더현대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2188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69841-9916-0877-B0A5-F132DDB8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D672F44-3107-7743-A5EA-438789FCA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427155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지식작업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 랭킹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사전최신화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FF8FC2DF-AC52-DCF0-C483-4261CAB2512C}"/>
              </a:ext>
            </a:extLst>
          </p:cNvPr>
          <p:cNvGrpSpPr/>
          <p:nvPr/>
        </p:nvGrpSpPr>
        <p:grpSpPr>
          <a:xfrm>
            <a:off x="570067" y="435428"/>
            <a:ext cx="8756816" cy="5788071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E98073A-C532-DAEF-7922-FF7C760703C7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3D78D8A-687C-5D76-5C93-C8DF1BCFD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3726C89-E9B4-3B3B-77D9-5C19EE7FE1DD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E22DEC-1D2A-9287-1904-04362FBFE1CA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8031A4-11A8-7107-BD7B-5F51371DC5F0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C17411-A522-A7B4-00F7-01030BED71C1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55386-5ED9-BCAF-D576-396C43331041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93FB3E-638B-E22C-B217-43319846C0AF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F6B8BE44-9A01-6FFD-DC80-460AF64CE3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CD2C9-F9A0-25E3-B7A1-9468A64F0109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BA760B7-1E52-D77B-CD52-CDBB303AAF72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1DECC5F-9410-A822-A6B6-975B31DD4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461053"/>
              </p:ext>
            </p:extLst>
          </p:nvPr>
        </p:nvGraphicFramePr>
        <p:xfrm>
          <a:off x="9755558" y="0"/>
          <a:ext cx="2436441" cy="2067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체크박스 선택 시 해당 기반사전 선택됨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복수 선택 불가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선택한 고객사의 최신 사전 데이터가 작업 페이지에 반영됨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21911"/>
                  </a:ext>
                </a:extLst>
              </a:tr>
              <a:tr h="62466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최신화 되지 않고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477350"/>
                  </a:ext>
                </a:extLst>
              </a:tr>
            </a:tbl>
          </a:graphicData>
        </a:graphic>
      </p:graphicFrame>
      <p:pic>
        <p:nvPicPr>
          <p:cNvPr id="28" name="그림 27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5C52BE-5680-7001-6113-5E784EF67C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571" t="19634" r="14571" b="4555"/>
          <a:stretch>
            <a:fillRect/>
          </a:stretch>
        </p:blipFill>
        <p:spPr>
          <a:xfrm>
            <a:off x="1062047" y="1923648"/>
            <a:ext cx="7446227" cy="429114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22ACAEA0-110B-D2A2-8E12-125C8C4442C8}"/>
              </a:ext>
            </a:extLst>
          </p:cNvPr>
          <p:cNvGrpSpPr/>
          <p:nvPr/>
        </p:nvGrpSpPr>
        <p:grpSpPr>
          <a:xfrm>
            <a:off x="6995163" y="1713983"/>
            <a:ext cx="718678" cy="200055"/>
            <a:chOff x="1062047" y="1754347"/>
            <a:chExt cx="718678" cy="200055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126E6299-1D9A-580D-513F-45BB4D8C904D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F4928C-9A70-190B-CBC6-B0CD404473D8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사전초기화</a:t>
              </a:r>
            </a:p>
          </p:txBody>
        </p:sp>
        <p:pic>
          <p:nvPicPr>
            <p:cNvPr id="32" name="그림 31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77EDE8F-C1C1-6AF4-B311-89B55E01D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FC6131C-11BD-B1B0-761F-ACDF60D76B14}"/>
              </a:ext>
            </a:extLst>
          </p:cNvPr>
          <p:cNvSpPr txBox="1"/>
          <p:nvPr/>
        </p:nvSpPr>
        <p:spPr>
          <a:xfrm>
            <a:off x="1026731" y="1234859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카테고리 관리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CA98700-8B93-5AD9-C72B-C54B87634199}"/>
              </a:ext>
            </a:extLst>
          </p:cNvPr>
          <p:cNvSpPr/>
          <p:nvPr/>
        </p:nvSpPr>
        <p:spPr>
          <a:xfrm>
            <a:off x="1184366" y="1558834"/>
            <a:ext cx="2882537" cy="186867"/>
          </a:xfrm>
          <a:prstGeom prst="roundRect">
            <a:avLst/>
          </a:prstGeom>
          <a:solidFill>
            <a:srgbClr val="EDEDE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B7272AA1-0F51-CDB1-77DA-EDBBD408B5CB}"/>
              </a:ext>
            </a:extLst>
          </p:cNvPr>
          <p:cNvSpPr/>
          <p:nvPr/>
        </p:nvSpPr>
        <p:spPr>
          <a:xfrm rot="10800000">
            <a:off x="3918857" y="1629407"/>
            <a:ext cx="69668" cy="45719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593C5E-7CC1-1611-D246-59FA8903E6E7}"/>
              </a:ext>
            </a:extLst>
          </p:cNvPr>
          <p:cNvSpPr txBox="1"/>
          <p:nvPr/>
        </p:nvSpPr>
        <p:spPr>
          <a:xfrm>
            <a:off x="1193047" y="1560855"/>
            <a:ext cx="6198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선택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15F150B-6525-7821-6728-F15FC47C245E}"/>
              </a:ext>
            </a:extLst>
          </p:cNvPr>
          <p:cNvGrpSpPr/>
          <p:nvPr/>
        </p:nvGrpSpPr>
        <p:grpSpPr>
          <a:xfrm>
            <a:off x="7713841" y="1711634"/>
            <a:ext cx="718678" cy="200055"/>
            <a:chOff x="1062047" y="1754347"/>
            <a:chExt cx="718678" cy="200055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9B57596F-A843-9FEA-23D4-6015ADD2FBC7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C6CE0C0-9BAE-5E25-9A72-FBCB18776E53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사전동기화</a:t>
              </a:r>
            </a:p>
          </p:txBody>
        </p:sp>
        <p:pic>
          <p:nvPicPr>
            <p:cNvPr id="42" name="그림 41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A2A4B77-0AC9-2ECE-4DAC-4B0A5FDD5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456AE7E-8CB9-F9B0-8A17-884F101CCCF3}"/>
              </a:ext>
            </a:extLst>
          </p:cNvPr>
          <p:cNvGrpSpPr/>
          <p:nvPr/>
        </p:nvGrpSpPr>
        <p:grpSpPr>
          <a:xfrm>
            <a:off x="2031836" y="1296414"/>
            <a:ext cx="718678" cy="200055"/>
            <a:chOff x="1062047" y="1754347"/>
            <a:chExt cx="718678" cy="200055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23ACA278-5544-25E4-1540-703932210394}"/>
                </a:ext>
              </a:extLst>
            </p:cNvPr>
            <p:cNvSpPr/>
            <p:nvPr/>
          </p:nvSpPr>
          <p:spPr>
            <a:xfrm>
              <a:off x="1062047" y="1758183"/>
              <a:ext cx="619873" cy="16479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3451B0B-C11E-FB2C-D730-B9A9258E86AE}"/>
                </a:ext>
              </a:extLst>
            </p:cNvPr>
            <p:cNvSpPr txBox="1"/>
            <p:nvPr/>
          </p:nvSpPr>
          <p:spPr>
            <a:xfrm>
              <a:off x="1160853" y="1754347"/>
              <a:ext cx="6198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 err="1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사전최신화</a:t>
              </a:r>
              <a:endParaRPr lang="ko-KR" altLang="en-US" sz="7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pic>
          <p:nvPicPr>
            <p:cNvPr id="47" name="그림 46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105C739-C7FA-41F3-87D5-41A496E5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2735" t="18293" r="36760" b="79845"/>
            <a:stretch>
              <a:fillRect/>
            </a:stretch>
          </p:blipFill>
          <p:spPr>
            <a:xfrm>
              <a:off x="1111950" y="1786065"/>
              <a:ext cx="115225" cy="119493"/>
            </a:xfrm>
            <a:prstGeom prst="rect">
              <a:avLst/>
            </a:prstGeom>
          </p:spPr>
        </p:pic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29971D4-3B4D-C64D-E7EC-DB8C31C04CCD}"/>
              </a:ext>
            </a:extLst>
          </p:cNvPr>
          <p:cNvSpPr/>
          <p:nvPr/>
        </p:nvSpPr>
        <p:spPr>
          <a:xfrm>
            <a:off x="570067" y="1199709"/>
            <a:ext cx="8756816" cy="5037400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A5B8C01-10B7-FFE7-44C4-B8334D4E425B}"/>
              </a:ext>
            </a:extLst>
          </p:cNvPr>
          <p:cNvGrpSpPr/>
          <p:nvPr/>
        </p:nvGrpSpPr>
        <p:grpSpPr>
          <a:xfrm>
            <a:off x="4548764" y="2475515"/>
            <a:ext cx="712649" cy="352667"/>
            <a:chOff x="1412242" y="2447109"/>
            <a:chExt cx="712649" cy="352667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9C4F328-67EA-B556-ECF8-C1FBF8BA92C6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E86F1E0-5085-02FE-F8AC-BF905BCF574B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7BFBCE3C-2659-5C48-66F9-DFECA72B9089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CE54847-414C-3444-D106-8868172A6A9B}"/>
              </a:ext>
            </a:extLst>
          </p:cNvPr>
          <p:cNvSpPr/>
          <p:nvPr/>
        </p:nvSpPr>
        <p:spPr>
          <a:xfrm>
            <a:off x="3799179" y="1869662"/>
            <a:ext cx="2325188" cy="3030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17ADB8-E3F2-E7A1-5432-EFC4122C283F}"/>
              </a:ext>
            </a:extLst>
          </p:cNvPr>
          <p:cNvSpPr txBox="1"/>
          <p:nvPr/>
        </p:nvSpPr>
        <p:spPr>
          <a:xfrm>
            <a:off x="3940017" y="1988238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최신화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DE250A3-F634-0A83-CC19-C8C91C45979C}"/>
              </a:ext>
            </a:extLst>
          </p:cNvPr>
          <p:cNvSpPr/>
          <p:nvPr/>
        </p:nvSpPr>
        <p:spPr>
          <a:xfrm>
            <a:off x="4058811" y="4434206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F821B3-B7B2-CB9F-DBE4-8A717DEDE0C0}"/>
              </a:ext>
            </a:extLst>
          </p:cNvPr>
          <p:cNvSpPr txBox="1"/>
          <p:nvPr/>
        </p:nvSpPr>
        <p:spPr>
          <a:xfrm>
            <a:off x="4266572" y="4453377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5B7F91A-BBD2-9734-D22D-A85A09E209E5}"/>
              </a:ext>
            </a:extLst>
          </p:cNvPr>
          <p:cNvSpPr/>
          <p:nvPr/>
        </p:nvSpPr>
        <p:spPr>
          <a:xfrm>
            <a:off x="5001114" y="4431244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932FD7-BDF6-0A43-1A1E-2F9830D95C61}"/>
              </a:ext>
            </a:extLst>
          </p:cNvPr>
          <p:cNvSpPr txBox="1"/>
          <p:nvPr/>
        </p:nvSpPr>
        <p:spPr>
          <a:xfrm>
            <a:off x="5211275" y="4448499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035C1A37-CF69-87C4-B9A1-BF98A46930D6}"/>
              </a:ext>
            </a:extLst>
          </p:cNvPr>
          <p:cNvSpPr/>
          <p:nvPr/>
        </p:nvSpPr>
        <p:spPr>
          <a:xfrm>
            <a:off x="5124999" y="449163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10433256-0758-BDB4-A68E-4F41CC7EA71E}"/>
              </a:ext>
            </a:extLst>
          </p:cNvPr>
          <p:cNvSpPr/>
          <p:nvPr/>
        </p:nvSpPr>
        <p:spPr>
          <a:xfrm>
            <a:off x="4171100" y="4491634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9E9267-0A2C-0062-1FF1-4730A623B4AE}"/>
              </a:ext>
            </a:extLst>
          </p:cNvPr>
          <p:cNvSpPr txBox="1"/>
          <p:nvPr/>
        </p:nvSpPr>
        <p:spPr>
          <a:xfrm>
            <a:off x="3959632" y="2399013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기반사전 선택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BA34E45-6F35-E384-2021-89D26DC015CD}"/>
              </a:ext>
            </a:extLst>
          </p:cNvPr>
          <p:cNvSpPr/>
          <p:nvPr/>
        </p:nvSpPr>
        <p:spPr>
          <a:xfrm>
            <a:off x="4058590" y="2693229"/>
            <a:ext cx="1035702" cy="148975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액자 61">
            <a:extLst>
              <a:ext uri="{FF2B5EF4-FFF2-40B4-BE49-F238E27FC236}">
                <a16:creationId xmlns:a16="http://schemas.microsoft.com/office/drawing/2014/main" id="{A9E1DDDC-4018-65DD-0620-5603F00CBB0F}"/>
              </a:ext>
            </a:extLst>
          </p:cNvPr>
          <p:cNvSpPr/>
          <p:nvPr/>
        </p:nvSpPr>
        <p:spPr>
          <a:xfrm>
            <a:off x="4138589" y="2808260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6D2898-750E-893A-9AF7-D846F5D2AD7F}"/>
              </a:ext>
            </a:extLst>
          </p:cNvPr>
          <p:cNvSpPr txBox="1"/>
          <p:nvPr/>
        </p:nvSpPr>
        <p:spPr>
          <a:xfrm>
            <a:off x="4231908" y="2742861"/>
            <a:ext cx="777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Hmall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D7189132-7670-24C2-3E9A-7491C275DEEC}"/>
              </a:ext>
            </a:extLst>
          </p:cNvPr>
          <p:cNvSpPr/>
          <p:nvPr/>
        </p:nvSpPr>
        <p:spPr>
          <a:xfrm>
            <a:off x="3933653" y="2784671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액자 64">
            <a:extLst>
              <a:ext uri="{FF2B5EF4-FFF2-40B4-BE49-F238E27FC236}">
                <a16:creationId xmlns:a16="http://schemas.microsoft.com/office/drawing/2014/main" id="{1E63F051-26DE-B1E6-09EC-D938756FD32F}"/>
              </a:ext>
            </a:extLst>
          </p:cNvPr>
          <p:cNvSpPr/>
          <p:nvPr/>
        </p:nvSpPr>
        <p:spPr>
          <a:xfrm>
            <a:off x="4142672" y="3074784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B119F9-1C9E-4BAD-3602-43467273C0A9}"/>
              </a:ext>
            </a:extLst>
          </p:cNvPr>
          <p:cNvSpPr txBox="1"/>
          <p:nvPr/>
        </p:nvSpPr>
        <p:spPr>
          <a:xfrm>
            <a:off x="4235991" y="3009385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epost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67" name="액자 66">
            <a:extLst>
              <a:ext uri="{FF2B5EF4-FFF2-40B4-BE49-F238E27FC236}">
                <a16:creationId xmlns:a16="http://schemas.microsoft.com/office/drawing/2014/main" id="{CE04E32E-62CE-C093-6E94-D6F36FF99D1C}"/>
              </a:ext>
            </a:extLst>
          </p:cNvPr>
          <p:cNvSpPr/>
          <p:nvPr/>
        </p:nvSpPr>
        <p:spPr>
          <a:xfrm>
            <a:off x="4139331" y="3330702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D44D58-579D-FB41-D686-B8446534FAC2}"/>
              </a:ext>
            </a:extLst>
          </p:cNvPr>
          <p:cNvSpPr txBox="1"/>
          <p:nvPr/>
        </p:nvSpPr>
        <p:spPr>
          <a:xfrm>
            <a:off x="4232650" y="3265303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신성통상</a:t>
            </a:r>
          </a:p>
        </p:txBody>
      </p:sp>
      <p:sp>
        <p:nvSpPr>
          <p:cNvPr id="69" name="액자 68">
            <a:extLst>
              <a:ext uri="{FF2B5EF4-FFF2-40B4-BE49-F238E27FC236}">
                <a16:creationId xmlns:a16="http://schemas.microsoft.com/office/drawing/2014/main" id="{D9E72080-A6CD-013F-6F26-CFF7BED81576}"/>
              </a:ext>
            </a:extLst>
          </p:cNvPr>
          <p:cNvSpPr/>
          <p:nvPr/>
        </p:nvSpPr>
        <p:spPr>
          <a:xfrm>
            <a:off x="4142672" y="3593183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911A1D-CEF3-D279-D5E4-12FFF37AF135}"/>
              </a:ext>
            </a:extLst>
          </p:cNvPr>
          <p:cNvSpPr txBox="1"/>
          <p:nvPr/>
        </p:nvSpPr>
        <p:spPr>
          <a:xfrm>
            <a:off x="4235991" y="3527784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갤러리아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1" name="액자 70">
            <a:extLst>
              <a:ext uri="{FF2B5EF4-FFF2-40B4-BE49-F238E27FC236}">
                <a16:creationId xmlns:a16="http://schemas.microsoft.com/office/drawing/2014/main" id="{4A0ACB4D-F994-F36E-3B17-549DE07DE33C}"/>
              </a:ext>
            </a:extLst>
          </p:cNvPr>
          <p:cNvSpPr/>
          <p:nvPr/>
        </p:nvSpPr>
        <p:spPr>
          <a:xfrm>
            <a:off x="4139099" y="3849641"/>
            <a:ext cx="108661" cy="95977"/>
          </a:xfrm>
          <a:prstGeom prst="frame">
            <a:avLst>
              <a:gd name="adj1" fmla="val 319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76C74A9-1844-3B0D-F463-F72544631F5B}"/>
              </a:ext>
            </a:extLst>
          </p:cNvPr>
          <p:cNvSpPr txBox="1"/>
          <p:nvPr/>
        </p:nvSpPr>
        <p:spPr>
          <a:xfrm>
            <a:off x="4232418" y="3784242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더현대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1353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6A9-9FAA-C6B5-B9EC-08B74C15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7C168F-98AD-27F0-16F9-079EEE0C23A1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B6E104-89E0-CF66-CEC9-6D16195A2845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A49EBD8-472F-E87D-37C9-D09F66178EC7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9984F9FD-CBF6-5116-1635-B5B335B22012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F124160C-A3BD-FA17-D378-8D6D88E37A8F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8EB62515-AF65-2453-6BA9-AE25E264D81B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8D14BB5C-0C78-D140-D6F9-A3FBF21661DE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58CC89E5-69EC-D498-7A7A-9F9EFF203F69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F3CA37FA-1B1D-2BB5-BC2F-2BCEC5120E17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A84F41C-67CF-0494-5CBE-02664BE70336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3B9163C9-E7FA-66BF-46A9-6147805785FC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2C23C1C-8AA0-A127-F3CF-723AA4C787E1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93A7BC98-FD0A-15C3-547D-4F6C374C97BF}"/>
              </a:ext>
            </a:extLst>
          </p:cNvPr>
          <p:cNvGraphicFramePr>
            <a:graphicFrameLocks noGrp="1"/>
          </p:cNvGraphicFramePr>
          <p:nvPr/>
        </p:nvGraphicFramePr>
        <p:xfrm>
          <a:off x="8597901" y="589281"/>
          <a:ext cx="3441700" cy="3279438"/>
        </p:xfrm>
        <a:graphic>
          <a:graphicData uri="http://schemas.openxmlformats.org/drawingml/2006/table">
            <a:tbl>
              <a:tblPr firstRow="1" bandRow="1"/>
              <a:tblGrid>
                <a:gridCol w="53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463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63753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161745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도메인 사전 선택 후 해당사전으로 이동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761167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선택 도메인 사전 페이지 디스플레이</a:t>
                      </a:r>
                      <a:b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</a:b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다음 페이지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0927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AF6D580-024D-5551-A277-732C96D872E8}"/>
              </a:ext>
            </a:extLst>
          </p:cNvPr>
          <p:cNvSpPr/>
          <p:nvPr/>
        </p:nvSpPr>
        <p:spPr>
          <a:xfrm>
            <a:off x="1599344" y="1183686"/>
            <a:ext cx="1624461" cy="542348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B07531A1-B10E-EAAA-708E-273C22F83562}"/>
              </a:ext>
            </a:extLst>
          </p:cNvPr>
          <p:cNvSpPr txBox="1"/>
          <p:nvPr/>
        </p:nvSpPr>
        <p:spPr>
          <a:xfrm>
            <a:off x="1599344" y="1183624"/>
            <a:ext cx="1651856" cy="2358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F2E39202-2728-1D6C-F657-30720F8C49F1}"/>
              </a:ext>
            </a:extLst>
          </p:cNvPr>
          <p:cNvSpPr txBox="1"/>
          <p:nvPr/>
        </p:nvSpPr>
        <p:spPr>
          <a:xfrm>
            <a:off x="1672352" y="1490135"/>
            <a:ext cx="1031052" cy="235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지식사전 </a:t>
            </a:r>
            <a:r>
              <a:rPr lang="ko-KR" altLang="en-US" sz="933" dirty="0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백업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34E0503-BB91-96BC-CDEC-9D32EB682006}"/>
              </a:ext>
            </a:extLst>
          </p:cNvPr>
          <p:cNvCxnSpPr>
            <a:cxnSpLocks/>
          </p:cNvCxnSpPr>
          <p:nvPr/>
        </p:nvCxnSpPr>
        <p:spPr>
          <a:xfrm>
            <a:off x="1644687" y="1465751"/>
            <a:ext cx="157499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C153EEFC-3630-4B14-AB5E-3B439578B181}"/>
              </a:ext>
            </a:extLst>
          </p:cNvPr>
          <p:cNvSpPr/>
          <p:nvPr/>
        </p:nvSpPr>
        <p:spPr>
          <a:xfrm>
            <a:off x="547195" y="2794164"/>
            <a:ext cx="3843383" cy="207675"/>
          </a:xfrm>
          <a:prstGeom prst="roundRect">
            <a:avLst/>
          </a:prstGeom>
          <a:solidFill>
            <a:srgbClr val="EDEDE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83" name="TextBox 36">
            <a:extLst>
              <a:ext uri="{FF2B5EF4-FFF2-40B4-BE49-F238E27FC236}">
                <a16:creationId xmlns:a16="http://schemas.microsoft.com/office/drawing/2014/main" id="{6850D8D5-4F0A-3146-D126-855C27EAB71B}"/>
              </a:ext>
            </a:extLst>
          </p:cNvPr>
          <p:cNvSpPr txBox="1"/>
          <p:nvPr/>
        </p:nvSpPr>
        <p:spPr>
          <a:xfrm>
            <a:off x="558769" y="2796411"/>
            <a:ext cx="826496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선택</a:t>
            </a:r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1FA118B4-247C-4F17-3BBE-36CB5B3766D9}"/>
              </a:ext>
            </a:extLst>
          </p:cNvPr>
          <p:cNvSpPr txBox="1"/>
          <p:nvPr/>
        </p:nvSpPr>
        <p:spPr>
          <a:xfrm>
            <a:off x="243325" y="2163640"/>
            <a:ext cx="2982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C1140E79-511F-A6AD-F3FF-AE52809958E6}"/>
              </a:ext>
            </a:extLst>
          </p:cNvPr>
          <p:cNvSpPr/>
          <p:nvPr/>
        </p:nvSpPr>
        <p:spPr>
          <a:xfrm>
            <a:off x="547194" y="3006245"/>
            <a:ext cx="3843383" cy="23943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93" name="TextBox 36">
            <a:extLst>
              <a:ext uri="{FF2B5EF4-FFF2-40B4-BE49-F238E27FC236}">
                <a16:creationId xmlns:a16="http://schemas.microsoft.com/office/drawing/2014/main" id="{8E6722B4-69A0-D011-D182-CCD80D3DCF2A}"/>
              </a:ext>
            </a:extLst>
          </p:cNvPr>
          <p:cNvSpPr txBox="1"/>
          <p:nvPr/>
        </p:nvSpPr>
        <p:spPr>
          <a:xfrm>
            <a:off x="545187" y="2986983"/>
            <a:ext cx="2208196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67">
                <a:latin typeface="휴먼모음T" panose="02030504000101010101" pitchFamily="18" charset="-127"/>
                <a:ea typeface="휴먼모음T" panose="02030504000101010101" pitchFamily="18" charset="-127"/>
              </a:rPr>
              <a:t>HMALL</a:t>
            </a:r>
            <a:endParaRPr lang="ko-KR" altLang="en-US" sz="1067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63035A9-F6E4-7546-12A8-C8D7980493B8}"/>
              </a:ext>
            </a:extLst>
          </p:cNvPr>
          <p:cNvGrpSpPr/>
          <p:nvPr/>
        </p:nvGrpSpPr>
        <p:grpSpPr>
          <a:xfrm>
            <a:off x="545186" y="3260531"/>
            <a:ext cx="3843383" cy="260237"/>
            <a:chOff x="417943" y="2489869"/>
            <a:chExt cx="2882537" cy="195178"/>
          </a:xfrm>
        </p:grpSpPr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4D70D913-D323-1C17-EBE4-8770D3BD6E57}"/>
                </a:ext>
              </a:extLst>
            </p:cNvPr>
            <p:cNvSpPr/>
            <p:nvPr/>
          </p:nvSpPr>
          <p:spPr>
            <a:xfrm>
              <a:off x="417943" y="2489869"/>
              <a:ext cx="2882537" cy="1795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400"/>
            </a:p>
          </p:txBody>
        </p:sp>
        <p:sp>
          <p:nvSpPr>
            <p:cNvPr id="95" name="TextBox 36">
              <a:extLst>
                <a:ext uri="{FF2B5EF4-FFF2-40B4-BE49-F238E27FC236}">
                  <a16:creationId xmlns:a16="http://schemas.microsoft.com/office/drawing/2014/main" id="{B7D241BC-032F-7D55-0D7B-34CBF6220D65}"/>
                </a:ext>
              </a:extLst>
            </p:cNvPr>
            <p:cNvSpPr txBox="1"/>
            <p:nvPr/>
          </p:nvSpPr>
          <p:spPr>
            <a:xfrm>
              <a:off x="425118" y="2492638"/>
              <a:ext cx="1656147" cy="192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더현대닷컴</a:t>
              </a:r>
              <a:endPara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D6140F95-02F6-50CB-BE52-79E251D3CCAD}"/>
              </a:ext>
            </a:extLst>
          </p:cNvPr>
          <p:cNvGrpSpPr/>
          <p:nvPr/>
        </p:nvGrpSpPr>
        <p:grpSpPr>
          <a:xfrm>
            <a:off x="545185" y="3482498"/>
            <a:ext cx="3843383" cy="259883"/>
            <a:chOff x="408890" y="2682761"/>
            <a:chExt cx="2882537" cy="194912"/>
          </a:xfrm>
        </p:grpSpPr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39F6CE49-B917-8897-644B-1FAA5D5D2096}"/>
                </a:ext>
              </a:extLst>
            </p:cNvPr>
            <p:cNvSpPr/>
            <p:nvPr/>
          </p:nvSpPr>
          <p:spPr>
            <a:xfrm>
              <a:off x="408890" y="2698098"/>
              <a:ext cx="2882537" cy="1795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400"/>
            </a:p>
          </p:txBody>
        </p:sp>
        <p:sp>
          <p:nvSpPr>
            <p:cNvPr id="97" name="TextBox 36">
              <a:extLst>
                <a:ext uri="{FF2B5EF4-FFF2-40B4-BE49-F238E27FC236}">
                  <a16:creationId xmlns:a16="http://schemas.microsoft.com/office/drawing/2014/main" id="{D5BA8DFE-2F4D-A1B3-042F-6ACC9B151FB2}"/>
                </a:ext>
              </a:extLst>
            </p:cNvPr>
            <p:cNvSpPr txBox="1"/>
            <p:nvPr/>
          </p:nvSpPr>
          <p:spPr>
            <a:xfrm>
              <a:off x="416065" y="2682761"/>
              <a:ext cx="1656147" cy="192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맥스나인</a:t>
              </a:r>
              <a:r>
                <a:rPr lang="en-US" altLang="ko-KR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(MBN)</a:t>
              </a:r>
              <a:endPara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E3B0ADE-B9BF-14B9-BE73-E50B200058BD}"/>
              </a:ext>
            </a:extLst>
          </p:cNvPr>
          <p:cNvGrpSpPr/>
          <p:nvPr/>
        </p:nvGrpSpPr>
        <p:grpSpPr>
          <a:xfrm>
            <a:off x="546835" y="3708792"/>
            <a:ext cx="3843383" cy="259883"/>
            <a:chOff x="562795" y="2936250"/>
            <a:chExt cx="2882537" cy="194912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5FF1ADEA-75D8-0003-ADB5-5F473DE150EC}"/>
                </a:ext>
              </a:extLst>
            </p:cNvPr>
            <p:cNvSpPr/>
            <p:nvPr/>
          </p:nvSpPr>
          <p:spPr>
            <a:xfrm>
              <a:off x="562795" y="2951587"/>
              <a:ext cx="2882537" cy="1795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400"/>
            </a:p>
          </p:txBody>
        </p:sp>
        <p:sp>
          <p:nvSpPr>
            <p:cNvPr id="99" name="TextBox 36">
              <a:extLst>
                <a:ext uri="{FF2B5EF4-FFF2-40B4-BE49-F238E27FC236}">
                  <a16:creationId xmlns:a16="http://schemas.microsoft.com/office/drawing/2014/main" id="{29A9E5F7-8413-1148-4D5A-3B2F7D6FF8A2}"/>
                </a:ext>
              </a:extLst>
            </p:cNvPr>
            <p:cNvSpPr txBox="1"/>
            <p:nvPr/>
          </p:nvSpPr>
          <p:spPr>
            <a:xfrm>
              <a:off x="569970" y="2936250"/>
              <a:ext cx="1656147" cy="192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삼성물산패션</a:t>
              </a:r>
              <a:r>
                <a:rPr lang="en-US" altLang="ko-KR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(SSF)</a:t>
              </a:r>
              <a:endPara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ED8BE037-963F-332B-8347-178B90970AC7}"/>
              </a:ext>
            </a:extLst>
          </p:cNvPr>
          <p:cNvGrpSpPr/>
          <p:nvPr/>
        </p:nvGrpSpPr>
        <p:grpSpPr>
          <a:xfrm>
            <a:off x="545183" y="3925110"/>
            <a:ext cx="3843383" cy="259883"/>
            <a:chOff x="562795" y="3162589"/>
            <a:chExt cx="2882537" cy="194912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3C3D0170-55F0-E85C-4CF5-1EDCCB66FABA}"/>
                </a:ext>
              </a:extLst>
            </p:cNvPr>
            <p:cNvSpPr/>
            <p:nvPr/>
          </p:nvSpPr>
          <p:spPr>
            <a:xfrm>
              <a:off x="562795" y="3177926"/>
              <a:ext cx="2882537" cy="1795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400"/>
            </a:p>
          </p:txBody>
        </p:sp>
        <p:sp>
          <p:nvSpPr>
            <p:cNvPr id="101" name="TextBox 36">
              <a:extLst>
                <a:ext uri="{FF2B5EF4-FFF2-40B4-BE49-F238E27FC236}">
                  <a16:creationId xmlns:a16="http://schemas.microsoft.com/office/drawing/2014/main" id="{63E842C0-2336-C277-3A0E-7164B6299986}"/>
                </a:ext>
              </a:extLst>
            </p:cNvPr>
            <p:cNvSpPr txBox="1"/>
            <p:nvPr/>
          </p:nvSpPr>
          <p:spPr>
            <a:xfrm>
              <a:off x="569970" y="3162589"/>
              <a:ext cx="1656147" cy="192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신성통상</a:t>
              </a:r>
              <a:r>
                <a:rPr lang="en-US" altLang="ko-KR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(SSTS)</a:t>
              </a:r>
              <a:endPara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9133CCAE-372A-1E6D-4B2A-B4DE39D3D2CD}"/>
              </a:ext>
            </a:extLst>
          </p:cNvPr>
          <p:cNvGrpSpPr/>
          <p:nvPr/>
        </p:nvGrpSpPr>
        <p:grpSpPr>
          <a:xfrm>
            <a:off x="543531" y="4166432"/>
            <a:ext cx="3843383" cy="259883"/>
            <a:chOff x="688036" y="3649967"/>
            <a:chExt cx="2882537" cy="194912"/>
          </a:xfrm>
        </p:grpSpPr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CD342F65-5192-BCE3-6448-68FDE62D1A2A}"/>
                </a:ext>
              </a:extLst>
            </p:cNvPr>
            <p:cNvSpPr/>
            <p:nvPr/>
          </p:nvSpPr>
          <p:spPr>
            <a:xfrm>
              <a:off x="688036" y="3665304"/>
              <a:ext cx="2882537" cy="1795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400"/>
            </a:p>
          </p:txBody>
        </p:sp>
        <p:sp>
          <p:nvSpPr>
            <p:cNvPr id="104" name="TextBox 36">
              <a:extLst>
                <a:ext uri="{FF2B5EF4-FFF2-40B4-BE49-F238E27FC236}">
                  <a16:creationId xmlns:a16="http://schemas.microsoft.com/office/drawing/2014/main" id="{6E327B35-670F-BD91-B889-1127977B1E5A}"/>
                </a:ext>
              </a:extLst>
            </p:cNvPr>
            <p:cNvSpPr txBox="1"/>
            <p:nvPr/>
          </p:nvSpPr>
          <p:spPr>
            <a:xfrm>
              <a:off x="695211" y="3649967"/>
              <a:ext cx="1656147" cy="192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우체국쇼핑</a:t>
              </a:r>
              <a:r>
                <a:rPr lang="en-US" altLang="ko-KR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(Epost)</a:t>
              </a:r>
              <a:endPara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AA9C6FE2-7166-8BFB-B27F-1B24E549473D}"/>
              </a:ext>
            </a:extLst>
          </p:cNvPr>
          <p:cNvGrpSpPr/>
          <p:nvPr/>
        </p:nvGrpSpPr>
        <p:grpSpPr>
          <a:xfrm>
            <a:off x="546835" y="4384529"/>
            <a:ext cx="3843383" cy="259883"/>
            <a:chOff x="715195" y="3867244"/>
            <a:chExt cx="2882537" cy="194912"/>
          </a:xfrm>
        </p:grpSpPr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FD5FBF64-3723-66B8-026A-21271AA2CC87}"/>
                </a:ext>
              </a:extLst>
            </p:cNvPr>
            <p:cNvSpPr/>
            <p:nvPr/>
          </p:nvSpPr>
          <p:spPr>
            <a:xfrm>
              <a:off x="715195" y="3882581"/>
              <a:ext cx="2882537" cy="1795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400"/>
            </a:p>
          </p:txBody>
        </p:sp>
        <p:sp>
          <p:nvSpPr>
            <p:cNvPr id="106" name="TextBox 36">
              <a:extLst>
                <a:ext uri="{FF2B5EF4-FFF2-40B4-BE49-F238E27FC236}">
                  <a16:creationId xmlns:a16="http://schemas.microsoft.com/office/drawing/2014/main" id="{26D469F1-A831-788B-930F-6E31DCE54171}"/>
                </a:ext>
              </a:extLst>
            </p:cNvPr>
            <p:cNvSpPr txBox="1"/>
            <p:nvPr/>
          </p:nvSpPr>
          <p:spPr>
            <a:xfrm>
              <a:off x="722370" y="3867244"/>
              <a:ext cx="1656147" cy="192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유비케어</a:t>
              </a:r>
              <a:endPara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0B48A07C-978D-68E0-75DB-7639D7AC2355}"/>
              </a:ext>
            </a:extLst>
          </p:cNvPr>
          <p:cNvGrpSpPr/>
          <p:nvPr/>
        </p:nvGrpSpPr>
        <p:grpSpPr>
          <a:xfrm>
            <a:off x="543530" y="4625850"/>
            <a:ext cx="3843383" cy="259883"/>
            <a:chOff x="715195" y="4093583"/>
            <a:chExt cx="2882537" cy="194912"/>
          </a:xfrm>
        </p:grpSpPr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408D8D14-F91C-78F9-BE0C-11A2C54A9948}"/>
                </a:ext>
              </a:extLst>
            </p:cNvPr>
            <p:cNvSpPr/>
            <p:nvPr/>
          </p:nvSpPr>
          <p:spPr>
            <a:xfrm>
              <a:off x="715195" y="4108920"/>
              <a:ext cx="2882537" cy="1795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400"/>
            </a:p>
          </p:txBody>
        </p:sp>
        <p:sp>
          <p:nvSpPr>
            <p:cNvPr id="110" name="TextBox 36">
              <a:extLst>
                <a:ext uri="{FF2B5EF4-FFF2-40B4-BE49-F238E27FC236}">
                  <a16:creationId xmlns:a16="http://schemas.microsoft.com/office/drawing/2014/main" id="{22C1772F-D0D7-8C5E-6AB1-F1A6332A1FDB}"/>
                </a:ext>
              </a:extLst>
            </p:cNvPr>
            <p:cNvSpPr txBox="1"/>
            <p:nvPr/>
          </p:nvSpPr>
          <p:spPr>
            <a:xfrm>
              <a:off x="722370" y="4093583"/>
              <a:ext cx="1656147" cy="192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교보문고</a:t>
              </a:r>
              <a:endPara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F84ACE1E-6607-2384-3055-B7BB374A6D5B}"/>
              </a:ext>
            </a:extLst>
          </p:cNvPr>
          <p:cNvSpPr txBox="1"/>
          <p:nvPr/>
        </p:nvSpPr>
        <p:spPr>
          <a:xfrm>
            <a:off x="3860297" y="3001839"/>
            <a:ext cx="17907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도메인선택 </a:t>
            </a:r>
            <a:r>
              <a:rPr lang="en-US" altLang="ko-KR" sz="1067">
                <a:highlight>
                  <a:srgbClr val="00FF00"/>
                </a:highlight>
              </a:rPr>
              <a:t>=&gt; </a:t>
            </a:r>
            <a:r>
              <a:rPr lang="ko-KR" altLang="en-US" sz="1067">
                <a:highlight>
                  <a:srgbClr val="00FF00"/>
                </a:highlight>
              </a:rPr>
              <a:t>화면 전환</a:t>
            </a:r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17A3E6C9-6395-AB92-933C-AD65BB5419A4}"/>
              </a:ext>
            </a:extLst>
          </p:cNvPr>
          <p:cNvSpPr txBox="1"/>
          <p:nvPr/>
        </p:nvSpPr>
        <p:spPr>
          <a:xfrm>
            <a:off x="5523997" y="3048124"/>
            <a:ext cx="1790700" cy="91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txt_resrc</a:t>
            </a:r>
          </a:p>
          <a:p>
            <a:endParaRPr lang="en-US" altLang="ko-KR" sz="1067"/>
          </a:p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  <a:p>
            <a:endParaRPr lang="en-US" altLang="ko-KR" sz="1067"/>
          </a:p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 </a:t>
            </a:r>
            <a:r>
              <a:rPr lang="en-US" altLang="ko-KR" sz="1067"/>
              <a:t>lib</a:t>
            </a:r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5500185E-1E39-0A05-3162-44B599D9BB7F}"/>
              </a:ext>
            </a:extLst>
          </p:cNvPr>
          <p:cNvSpPr txBox="1"/>
          <p:nvPr/>
        </p:nvSpPr>
        <p:spPr>
          <a:xfrm>
            <a:off x="6308743" y="3017937"/>
            <a:ext cx="1425053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FF0000"/>
                </a:highlight>
              </a:rPr>
              <a:t>텍스트 사전 리소스</a:t>
            </a:r>
          </a:p>
        </p:txBody>
      </p:sp>
      <p:sp>
        <p:nvSpPr>
          <p:cNvPr id="2063" name="TextBox 2062">
            <a:extLst>
              <a:ext uri="{FF2B5EF4-FFF2-40B4-BE49-F238E27FC236}">
                <a16:creationId xmlns:a16="http://schemas.microsoft.com/office/drawing/2014/main" id="{520A4C4E-9C85-3F46-B714-B071D4A12818}"/>
              </a:ext>
            </a:extLst>
          </p:cNvPr>
          <p:cNvSpPr txBox="1"/>
          <p:nvPr/>
        </p:nvSpPr>
        <p:spPr>
          <a:xfrm>
            <a:off x="5971047" y="3698915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FF0000"/>
                </a:highlight>
              </a:rPr>
              <a:t>라이브러리</a:t>
            </a:r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267C2E58-6BC9-C3DD-2103-C39F88E2EAB2}"/>
              </a:ext>
            </a:extLst>
          </p:cNvPr>
          <p:cNvSpPr txBox="1"/>
          <p:nvPr/>
        </p:nvSpPr>
        <p:spPr>
          <a:xfrm>
            <a:off x="6078151" y="3362646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67">
                <a:highlight>
                  <a:srgbClr val="FF0000"/>
                </a:highlight>
              </a:rPr>
              <a:t>dcd </a:t>
            </a:r>
            <a:r>
              <a:rPr lang="ko-KR" altLang="en-US" sz="1067">
                <a:highlight>
                  <a:srgbClr val="FF0000"/>
                </a:highlight>
              </a:rPr>
              <a:t>사전</a:t>
            </a:r>
          </a:p>
        </p:txBody>
      </p:sp>
      <p:cxnSp>
        <p:nvCxnSpPr>
          <p:cNvPr id="2066" name="직선 연결선 2065">
            <a:extLst>
              <a:ext uri="{FF2B5EF4-FFF2-40B4-BE49-F238E27FC236}">
                <a16:creationId xmlns:a16="http://schemas.microsoft.com/office/drawing/2014/main" id="{6241B318-C12D-0915-CCCD-C28AE3BB6B3A}"/>
              </a:ext>
            </a:extLst>
          </p:cNvPr>
          <p:cNvCxnSpPr>
            <a:cxnSpLocks/>
          </p:cNvCxnSpPr>
          <p:nvPr/>
        </p:nvCxnSpPr>
        <p:spPr>
          <a:xfrm>
            <a:off x="3422879" y="1974445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2067" name="그룹 2066">
            <a:extLst>
              <a:ext uri="{FF2B5EF4-FFF2-40B4-BE49-F238E27FC236}">
                <a16:creationId xmlns:a16="http://schemas.microsoft.com/office/drawing/2014/main" id="{4F0197F4-C52F-3FD9-0D10-D2C9D7E7B5A3}"/>
              </a:ext>
            </a:extLst>
          </p:cNvPr>
          <p:cNvGrpSpPr/>
          <p:nvPr/>
        </p:nvGrpSpPr>
        <p:grpSpPr>
          <a:xfrm>
            <a:off x="546101" y="4866260"/>
            <a:ext cx="3843383" cy="259883"/>
            <a:chOff x="715195" y="4093583"/>
            <a:chExt cx="2882537" cy="194912"/>
          </a:xfrm>
        </p:grpSpPr>
        <p:sp>
          <p:nvSpPr>
            <p:cNvPr id="2068" name="사각형: 둥근 모서리 2067">
              <a:extLst>
                <a:ext uri="{FF2B5EF4-FFF2-40B4-BE49-F238E27FC236}">
                  <a16:creationId xmlns:a16="http://schemas.microsoft.com/office/drawing/2014/main" id="{CC0A9EE5-F9AC-6F3C-4DDD-51823AC08664}"/>
                </a:ext>
              </a:extLst>
            </p:cNvPr>
            <p:cNvSpPr/>
            <p:nvPr/>
          </p:nvSpPr>
          <p:spPr>
            <a:xfrm>
              <a:off x="715195" y="4108920"/>
              <a:ext cx="2882537" cy="1795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400"/>
            </a:p>
          </p:txBody>
        </p:sp>
        <p:sp>
          <p:nvSpPr>
            <p:cNvPr id="2069" name="TextBox 36">
              <a:extLst>
                <a:ext uri="{FF2B5EF4-FFF2-40B4-BE49-F238E27FC236}">
                  <a16:creationId xmlns:a16="http://schemas.microsoft.com/office/drawing/2014/main" id="{1EF1F28A-FA47-B17A-B7D7-4AB4C3D0305A}"/>
                </a:ext>
              </a:extLst>
            </p:cNvPr>
            <p:cNvSpPr txBox="1"/>
            <p:nvPr/>
          </p:nvSpPr>
          <p:spPr>
            <a:xfrm>
              <a:off x="722370" y="4093583"/>
              <a:ext cx="1656147" cy="192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Mariner_base</a:t>
              </a:r>
              <a:endPara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070" name="그룹 2069">
            <a:extLst>
              <a:ext uri="{FF2B5EF4-FFF2-40B4-BE49-F238E27FC236}">
                <a16:creationId xmlns:a16="http://schemas.microsoft.com/office/drawing/2014/main" id="{3D555198-12AC-5F93-8213-47A865E3472E}"/>
              </a:ext>
            </a:extLst>
          </p:cNvPr>
          <p:cNvGrpSpPr/>
          <p:nvPr/>
        </p:nvGrpSpPr>
        <p:grpSpPr>
          <a:xfrm>
            <a:off x="552291" y="5110645"/>
            <a:ext cx="3843383" cy="259883"/>
            <a:chOff x="715195" y="4093583"/>
            <a:chExt cx="2882537" cy="194912"/>
          </a:xfrm>
        </p:grpSpPr>
        <p:sp>
          <p:nvSpPr>
            <p:cNvPr id="2071" name="사각형: 둥근 모서리 2070">
              <a:extLst>
                <a:ext uri="{FF2B5EF4-FFF2-40B4-BE49-F238E27FC236}">
                  <a16:creationId xmlns:a16="http://schemas.microsoft.com/office/drawing/2014/main" id="{BFA149B8-82DA-AA70-27B9-FEEF1224E719}"/>
                </a:ext>
              </a:extLst>
            </p:cNvPr>
            <p:cNvSpPr/>
            <p:nvPr/>
          </p:nvSpPr>
          <p:spPr>
            <a:xfrm>
              <a:off x="715195" y="4108920"/>
              <a:ext cx="2882537" cy="1795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400"/>
            </a:p>
          </p:txBody>
        </p:sp>
        <p:sp>
          <p:nvSpPr>
            <p:cNvPr id="2072" name="TextBox 36">
              <a:extLst>
                <a:ext uri="{FF2B5EF4-FFF2-40B4-BE49-F238E27FC236}">
                  <a16:creationId xmlns:a16="http://schemas.microsoft.com/office/drawing/2014/main" id="{791667A4-BB14-8C98-5AEF-E3C1464D0075}"/>
                </a:ext>
              </a:extLst>
            </p:cNvPr>
            <p:cNvSpPr txBox="1"/>
            <p:nvPr/>
          </p:nvSpPr>
          <p:spPr>
            <a:xfrm>
              <a:off x="722370" y="4093583"/>
              <a:ext cx="1656147" cy="192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67">
                  <a:latin typeface="휴먼모음T" panose="02030504000101010101" pitchFamily="18" charset="-127"/>
                  <a:ea typeface="휴먼모음T" panose="02030504000101010101" pitchFamily="18" charset="-127"/>
                </a:rPr>
                <a:t>Jiana3.4_base</a:t>
              </a:r>
              <a:endPara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98107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D7263-AB26-E726-BA99-33A177EA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FA3097E9-D11C-4D84-17B2-91EDFF9F9FB6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11501AF-FB10-1C3D-64D8-8AB12A0B7A8D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0103D153-00F0-DA58-83E6-F0EE5C47A826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09530B-7FB4-7944-D7DA-558FE52AEA5E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53E0B30D-BBDE-4DE8-85D6-7CE70B4D0369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A1BE2FCC-BB9A-5B19-2C0F-8D19928A597C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FBC660C-8039-EE3D-62FA-C93B632AC26E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00500B45-7B10-BEC0-641E-0EFBBD059D92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7D5D2693-3687-4831-1ED0-ACBF0163CB6B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B670EA49-12FB-2255-A127-03675A1B66FC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6319BD5-CA70-B2CC-0E1D-75478532AE9B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284A811-A513-BD83-317E-D5C071E7FF07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093EBDB-61E7-9516-8E8B-0574481CE089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1836EF3B-72F8-F6E2-C9CF-3E40CA1C1A9D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4B8663D3-FDB1-F913-0C09-A39767472549}"/>
              </a:ext>
            </a:extLst>
          </p:cNvPr>
          <p:cNvSpPr txBox="1"/>
          <p:nvPr/>
        </p:nvSpPr>
        <p:spPr>
          <a:xfrm>
            <a:off x="157230" y="19026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034DAF4-A99A-7097-AB56-CCA1B74B9698}"/>
              </a:ext>
            </a:extLst>
          </p:cNvPr>
          <p:cNvSpPr/>
          <p:nvPr/>
        </p:nvSpPr>
        <p:spPr>
          <a:xfrm>
            <a:off x="119843" y="263067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BC80A2-3F03-6F9D-12C0-AEB96F1104F6}"/>
              </a:ext>
            </a:extLst>
          </p:cNvPr>
          <p:cNvSpPr txBox="1"/>
          <p:nvPr/>
        </p:nvSpPr>
        <p:spPr>
          <a:xfrm>
            <a:off x="3353676" y="1867568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현재 접속 경로</a:t>
            </a: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1097B47D-19D2-9241-82CA-3A7226BCF3EA}"/>
              </a:ext>
            </a:extLst>
          </p:cNvPr>
          <p:cNvSpPr/>
          <p:nvPr/>
        </p:nvSpPr>
        <p:spPr>
          <a:xfrm>
            <a:off x="228473" y="2799657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56FC12-22B8-1A8C-03FF-F1A355EE4E19}"/>
              </a:ext>
            </a:extLst>
          </p:cNvPr>
          <p:cNvSpPr txBox="1"/>
          <p:nvPr/>
        </p:nvSpPr>
        <p:spPr>
          <a:xfrm>
            <a:off x="1509675" y="2360318"/>
            <a:ext cx="23208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📁 </a:t>
            </a:r>
            <a:r>
              <a:rPr lang="en-US" altLang="ko-KR" sz="1200"/>
              <a:t>sdic</a:t>
            </a:r>
          </a:p>
          <a:p>
            <a:r>
              <a:rPr lang="en-US" altLang="ko-KR" sz="1200"/>
              <a:t>    </a:t>
            </a:r>
            <a:r>
              <a:rPr lang="ko-KR" altLang="en-US" sz="1200"/>
              <a:t>├ 📄</a:t>
            </a:r>
            <a:r>
              <a:rPr lang="en-US" altLang="ko-KR" sz="1200"/>
              <a:t> ncn.dic</a:t>
            </a:r>
            <a:endParaRPr lang="ko-KR" altLang="en-US" sz="1200"/>
          </a:p>
          <a:p>
            <a:r>
              <a:rPr lang="ko-KR" altLang="en-US" sz="1200"/>
              <a:t>    ├ 📄</a:t>
            </a:r>
            <a:r>
              <a:rPr lang="en-US" altLang="ko-KR" sz="1200"/>
              <a:t> ncp.dic</a:t>
            </a:r>
            <a:endParaRPr lang="ko-KR" altLang="en-US" sz="1200"/>
          </a:p>
          <a:p>
            <a:r>
              <a:rPr lang="ko-KR" altLang="en-US" sz="1200"/>
              <a:t>    ├ 📄 </a:t>
            </a:r>
            <a:r>
              <a:rPr lang="en-US" altLang="ko-KR" sz="1200"/>
              <a:t>j.dic</a:t>
            </a:r>
            <a:endParaRPr lang="ko-KR" altLang="en-US" sz="1200"/>
          </a:p>
          <a:p>
            <a:r>
              <a:rPr lang="ko-KR" altLang="en-US" sz="1200"/>
              <a:t>    ├ 📄 </a:t>
            </a:r>
            <a:r>
              <a:rPr lang="en-US" altLang="ko-KR" sz="1200"/>
              <a:t>nq_per.dic</a:t>
            </a:r>
            <a:endParaRPr lang="ko-KR" altLang="en-US" sz="1200"/>
          </a:p>
          <a:p>
            <a:r>
              <a:rPr lang="ko-KR" altLang="en-US" sz="1200"/>
              <a:t>    ├ 📄 </a:t>
            </a:r>
            <a:r>
              <a:rPr lang="en-US" altLang="ko-KR" sz="1200"/>
              <a:t>nq_etc.dic</a:t>
            </a:r>
            <a:endParaRPr lang="ko-KR" altLang="en-US" sz="1200"/>
          </a:p>
          <a:p>
            <a:r>
              <a:rPr lang="ko-KR" altLang="en-US" sz="1200"/>
              <a:t>     └ 📄 </a:t>
            </a:r>
            <a:r>
              <a:rPr lang="en-US" altLang="ko-KR" sz="1200"/>
              <a:t>:</a:t>
            </a: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2927EB-611A-3A32-FB36-68A55CE1EA6D}"/>
              </a:ext>
            </a:extLst>
          </p:cNvPr>
          <p:cNvSpPr txBox="1"/>
          <p:nvPr/>
        </p:nvSpPr>
        <p:spPr>
          <a:xfrm>
            <a:off x="2637337" y="2555042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편집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D37302-46CB-74BA-E6CF-B09CDE6B050A}"/>
              </a:ext>
            </a:extLst>
          </p:cNvPr>
          <p:cNvSpPr txBox="1"/>
          <p:nvPr/>
        </p:nvSpPr>
        <p:spPr>
          <a:xfrm>
            <a:off x="259314" y="2038732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 dirty="0"/>
          </a:p>
          <a:p>
            <a:r>
              <a:rPr lang="ko-KR" altLang="en-US" sz="1067" dirty="0"/>
              <a:t>  </a:t>
            </a:r>
            <a:r>
              <a:rPr lang="ko-KR" altLang="en-US" sz="1067" dirty="0">
                <a:highlight>
                  <a:srgbClr val="000000"/>
                </a:highlight>
              </a:rPr>
              <a:t>📁</a:t>
            </a:r>
            <a:r>
              <a:rPr lang="ko-KR" altLang="en-US" sz="1067" dirty="0"/>
              <a:t> </a:t>
            </a:r>
            <a:r>
              <a:rPr lang="en-US" altLang="ko-KR" sz="1067" dirty="0" err="1"/>
              <a:t>txt_resrc</a:t>
            </a:r>
            <a:endParaRPr lang="en-US" altLang="ko-KR" sz="1067" dirty="0"/>
          </a:p>
          <a:p>
            <a:r>
              <a:rPr lang="en-US" altLang="ko-KR" sz="1067" dirty="0"/>
              <a:t>    </a:t>
            </a:r>
            <a:r>
              <a:rPr lang="ko-KR" altLang="en-US" sz="1067" dirty="0"/>
              <a:t>├ 📁</a:t>
            </a:r>
            <a:r>
              <a:rPr lang="en-US" altLang="ko-KR" sz="1067" dirty="0"/>
              <a:t> </a:t>
            </a:r>
            <a:r>
              <a:rPr lang="en-US" altLang="ko-KR" sz="1067" dirty="0" err="1"/>
              <a:t>sdic</a:t>
            </a:r>
            <a:endParaRPr lang="ko-KR" altLang="en-US" sz="1067" dirty="0"/>
          </a:p>
          <a:p>
            <a:r>
              <a:rPr lang="ko-KR" altLang="en-US" sz="1067" dirty="0"/>
              <a:t>    ├ 📁</a:t>
            </a:r>
            <a:r>
              <a:rPr lang="en-US" altLang="ko-KR" sz="1067" dirty="0"/>
              <a:t> grammar</a:t>
            </a:r>
            <a:endParaRPr lang="ko-KR" altLang="en-US" sz="1067" dirty="0"/>
          </a:p>
          <a:p>
            <a:r>
              <a:rPr lang="ko-KR" altLang="en-US" sz="1067" dirty="0"/>
              <a:t>    ├ 📁 </a:t>
            </a:r>
            <a:r>
              <a:rPr lang="en-US" altLang="ko-KR" sz="1067" dirty="0"/>
              <a:t>udic</a:t>
            </a:r>
            <a:endParaRPr lang="ko-KR" altLang="en-US" sz="1067" dirty="0"/>
          </a:p>
          <a:p>
            <a:r>
              <a:rPr lang="ko-KR" altLang="en-US" sz="1067" dirty="0"/>
              <a:t>    ├ 📁 </a:t>
            </a:r>
            <a:r>
              <a:rPr lang="en-US" altLang="ko-KR" sz="1067" dirty="0" err="1"/>
              <a:t>cndic</a:t>
            </a:r>
            <a:endParaRPr lang="ko-KR" altLang="en-US" sz="1067" dirty="0"/>
          </a:p>
          <a:p>
            <a:r>
              <a:rPr lang="ko-KR" altLang="en-US" sz="1067" dirty="0"/>
              <a:t>    ├ 📁 </a:t>
            </a:r>
            <a:r>
              <a:rPr lang="en-US" altLang="ko-KR" sz="1067" dirty="0"/>
              <a:t>synonym</a:t>
            </a:r>
            <a:endParaRPr lang="ko-KR" altLang="en-US" sz="1067" dirty="0"/>
          </a:p>
          <a:p>
            <a:r>
              <a:rPr lang="ko-KR" altLang="en-US" sz="1067" dirty="0"/>
              <a:t>     └  📁 </a:t>
            </a:r>
            <a:r>
              <a:rPr lang="en-US" altLang="ko-KR" sz="1067" dirty="0"/>
              <a:t>category</a:t>
            </a:r>
            <a:endParaRPr lang="ko-KR" altLang="en-US" sz="1067" dirty="0"/>
          </a:p>
          <a:p>
            <a:endParaRPr lang="ko-KR" altLang="en-US" sz="1067" dirty="0"/>
          </a:p>
          <a:p>
            <a:endParaRPr lang="en-US" altLang="ko-KR" sz="1067" dirty="0"/>
          </a:p>
          <a:p>
            <a:r>
              <a:rPr lang="en-US" altLang="ko-KR" sz="1067" dirty="0"/>
              <a:t>      </a:t>
            </a:r>
            <a:endParaRPr lang="ko-KR" altLang="en-US" sz="1067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8A74E4-51AA-C3E6-DF92-11621D0F72E5}"/>
              </a:ext>
            </a:extLst>
          </p:cNvPr>
          <p:cNvSpPr txBox="1"/>
          <p:nvPr/>
        </p:nvSpPr>
        <p:spPr>
          <a:xfrm>
            <a:off x="1037137" y="2377242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592D08A-E71B-FB65-2FA4-0D408648AF50}"/>
              </a:ext>
            </a:extLst>
          </p:cNvPr>
          <p:cNvGrpSpPr/>
          <p:nvPr/>
        </p:nvGrpSpPr>
        <p:grpSpPr>
          <a:xfrm>
            <a:off x="2954841" y="2555041"/>
            <a:ext cx="3847995" cy="4299567"/>
            <a:chOff x="2820314" y="1945809"/>
            <a:chExt cx="2885996" cy="322467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1B1FF8F-FFB1-3D11-ECE6-B215C1BD9BE1}"/>
                </a:ext>
              </a:extLst>
            </p:cNvPr>
            <p:cNvSpPr txBox="1"/>
            <p:nvPr/>
          </p:nvSpPr>
          <p:spPr>
            <a:xfrm>
              <a:off x="2820314" y="1945809"/>
              <a:ext cx="1368879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  ├ 📄</a:t>
              </a:r>
              <a:r>
                <a:rPr lang="en-US" altLang="ko-KR" sz="1067"/>
                <a:t> ncn.dic</a:t>
              </a:r>
              <a:endParaRPr lang="ko-KR" altLang="en-US" sz="1067"/>
            </a:p>
          </p:txBody>
        </p:sp>
        <p:pic>
          <p:nvPicPr>
            <p:cNvPr id="35" name="그림 34" descr="텍스트, 스크린샷, 소프트웨어, 디스플레이이(가) 표시된 사진">
              <a:extLst>
                <a:ext uri="{FF2B5EF4-FFF2-40B4-BE49-F238E27FC236}">
                  <a16:creationId xmlns:a16="http://schemas.microsoft.com/office/drawing/2014/main" id="{69D099B7-61C6-3A0F-46FD-2EF75CFC7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8950" y="2138677"/>
              <a:ext cx="2677360" cy="2803414"/>
            </a:xfrm>
            <a:prstGeom prst="rect">
              <a:avLst/>
            </a:prstGeom>
          </p:spPr>
        </p:pic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1C89CD0A-E561-17AF-5115-9FB57A01BC21}"/>
                </a:ext>
              </a:extLst>
            </p:cNvPr>
            <p:cNvGrpSpPr/>
            <p:nvPr/>
          </p:nvGrpSpPr>
          <p:grpSpPr>
            <a:xfrm>
              <a:off x="2984578" y="4915740"/>
              <a:ext cx="838199" cy="254744"/>
              <a:chOff x="3048000" y="4343792"/>
              <a:chExt cx="838199" cy="254744"/>
            </a:xfrm>
          </p:grpSpPr>
          <p:sp>
            <p:nvSpPr>
              <p:cNvPr id="37" name="Button">
                <a:extLst>
                  <a:ext uri="{FF2B5EF4-FFF2-40B4-BE49-F238E27FC236}">
                    <a16:creationId xmlns:a16="http://schemas.microsoft.com/office/drawing/2014/main" id="{01CB5608-C0F8-8D69-AD68-9E9FCF339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저장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35DC00-DEB8-4FB3-B2C4-DCC8B1CC1B5E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E2F641BD-D11A-20FC-AE97-EE4F6ADB14E4}"/>
                </a:ext>
              </a:extLst>
            </p:cNvPr>
            <p:cNvGrpSpPr/>
            <p:nvPr/>
          </p:nvGrpSpPr>
          <p:grpSpPr>
            <a:xfrm>
              <a:off x="3909862" y="4915738"/>
              <a:ext cx="838199" cy="254744"/>
              <a:chOff x="3048000" y="4343792"/>
              <a:chExt cx="838199" cy="254744"/>
            </a:xfrm>
          </p:grpSpPr>
          <p:sp>
            <p:nvSpPr>
              <p:cNvPr id="40" name="Button">
                <a:extLst>
                  <a:ext uri="{FF2B5EF4-FFF2-40B4-BE49-F238E27FC236}">
                    <a16:creationId xmlns:a16="http://schemas.microsoft.com/office/drawing/2014/main" id="{1D281F2D-1EDE-4428-1EBE-9589099E28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취소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7CB75F3-DAA1-96FB-487C-63A49AFB60DC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7CBE7E28-7E9D-BE19-9F57-FE5CC29C02B6}"/>
                </a:ext>
              </a:extLst>
            </p:cNvPr>
            <p:cNvGrpSpPr/>
            <p:nvPr/>
          </p:nvGrpSpPr>
          <p:grpSpPr>
            <a:xfrm>
              <a:off x="4802494" y="4915739"/>
              <a:ext cx="838199" cy="254744"/>
              <a:chOff x="3048000" y="4343792"/>
              <a:chExt cx="838199" cy="254744"/>
            </a:xfrm>
          </p:grpSpPr>
          <p:sp>
            <p:nvSpPr>
              <p:cNvPr id="43" name="Button">
                <a:extLst>
                  <a:ext uri="{FF2B5EF4-FFF2-40B4-BE49-F238E27FC236}">
                    <a16:creationId xmlns:a16="http://schemas.microsoft.com/office/drawing/2014/main" id="{E25C9FDE-40A6-608E-E234-33A7ACF51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닫기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C0816A-C91C-BD32-7856-7BA14A09D5B4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</p:grp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F90C7802-21E4-CBF1-3E88-5F275F50CA1E}"/>
              </a:ext>
            </a:extLst>
          </p:cNvPr>
          <p:cNvGraphicFramePr>
            <a:graphicFrameLocks noGrp="1"/>
          </p:cNvGraphicFramePr>
          <p:nvPr/>
        </p:nvGraphicFramePr>
        <p:xfrm>
          <a:off x="8585201" y="550821"/>
          <a:ext cx="3441700" cy="6178650"/>
        </p:xfrm>
        <a:graphic>
          <a:graphicData uri="http://schemas.openxmlformats.org/drawingml/2006/table">
            <a:tbl>
              <a:tblPr firstRow="1" bandRow="1"/>
              <a:tblGrid>
                <a:gridCol w="53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463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80148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193971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선택 도메인 사전 트리 구조로 디스플레이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908835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화면 상단에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선택 바 고정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0000"/>
                        </a:highlight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0000"/>
                        </a:highlight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txt_resrc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의 하위 디렉터리 펼치기 메뉴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공통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디렉터리 내 파일 편집 옵션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6096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사전 열어서 특정 키워드 찾기 옵션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ㄴ정규 표현식 사용 가능하도록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품사사전 편집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추가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시 해당 품사의 좌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우 품사태그 입력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예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검색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ncp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 ncp_y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품사의 좌태그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우태그  종성체크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&amp;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추가 자동화 가능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?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16069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67BD016-0A0E-B7C1-FE20-D6445C3A67F0}"/>
              </a:ext>
            </a:extLst>
          </p:cNvPr>
          <p:cNvSpPr/>
          <p:nvPr/>
        </p:nvSpPr>
        <p:spPr>
          <a:xfrm>
            <a:off x="327739" y="1599348"/>
            <a:ext cx="3843383" cy="207675"/>
          </a:xfrm>
          <a:prstGeom prst="roundRect">
            <a:avLst/>
          </a:prstGeom>
          <a:solidFill>
            <a:srgbClr val="EDEDE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49" name="TextBox 36">
            <a:extLst>
              <a:ext uri="{FF2B5EF4-FFF2-40B4-BE49-F238E27FC236}">
                <a16:creationId xmlns:a16="http://schemas.microsoft.com/office/drawing/2014/main" id="{8A1A3B3D-F0E9-2726-D98B-0C757687AC7B}"/>
              </a:ext>
            </a:extLst>
          </p:cNvPr>
          <p:cNvSpPr txBox="1"/>
          <p:nvPr/>
        </p:nvSpPr>
        <p:spPr>
          <a:xfrm>
            <a:off x="339313" y="1601595"/>
            <a:ext cx="826496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67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선택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79DEC3-8EBD-905A-460A-400ABEE29461}"/>
              </a:ext>
            </a:extLst>
          </p:cNvPr>
          <p:cNvSpPr txBox="1"/>
          <p:nvPr/>
        </p:nvSpPr>
        <p:spPr>
          <a:xfrm>
            <a:off x="327739" y="3933637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6F1697-8ACA-6E21-47C1-69A59781B914}"/>
              </a:ext>
            </a:extLst>
          </p:cNvPr>
          <p:cNvSpPr txBox="1"/>
          <p:nvPr/>
        </p:nvSpPr>
        <p:spPr>
          <a:xfrm>
            <a:off x="337662" y="5152403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C6601D5-593A-368F-25ED-F5FD00103EE2}"/>
              </a:ext>
            </a:extLst>
          </p:cNvPr>
          <p:cNvCxnSpPr>
            <a:cxnSpLocks/>
          </p:cNvCxnSpPr>
          <p:nvPr/>
        </p:nvCxnSpPr>
        <p:spPr>
          <a:xfrm>
            <a:off x="364915" y="2473065"/>
            <a:ext cx="0" cy="119027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FBBED7D-BF18-3BAB-16DB-28780CCA9B3E}"/>
              </a:ext>
            </a:extLst>
          </p:cNvPr>
          <p:cNvCxnSpPr>
            <a:cxnSpLocks/>
          </p:cNvCxnSpPr>
          <p:nvPr/>
        </p:nvCxnSpPr>
        <p:spPr>
          <a:xfrm>
            <a:off x="234317" y="3378560"/>
            <a:ext cx="0" cy="112930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78A614C-3C4A-E61D-D306-E0C0787DA550}"/>
              </a:ext>
            </a:extLst>
          </p:cNvPr>
          <p:cNvSpPr txBox="1"/>
          <p:nvPr/>
        </p:nvSpPr>
        <p:spPr>
          <a:xfrm>
            <a:off x="4273441" y="1157876"/>
            <a:ext cx="4354497" cy="1678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C00000"/>
                </a:solidFill>
              </a:rPr>
              <a:t>사전구조는 현재 기준으로 설명되어 있으며</a:t>
            </a:r>
            <a:r>
              <a:rPr lang="en-US" altLang="ko-KR" sz="1000" b="1" dirty="0">
                <a:solidFill>
                  <a:srgbClr val="C00000"/>
                </a:solidFill>
              </a:rPr>
              <a:t> </a:t>
            </a:r>
            <a:r>
              <a:rPr lang="ko-KR" altLang="en-US" sz="1000" b="1" dirty="0">
                <a:solidFill>
                  <a:srgbClr val="C00000"/>
                </a:solidFill>
              </a:rPr>
              <a:t>모든 트리구조는 사용자가 보기 편하게만 구성되면 됩니다</a:t>
            </a:r>
            <a:r>
              <a:rPr lang="en-US" altLang="ko-KR" sz="1000" b="1" dirty="0">
                <a:solidFill>
                  <a:srgbClr val="C00000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C00000"/>
                </a:solidFill>
              </a:rPr>
              <a:t>현재의 사전 구조를 사용자 친화적으로 리스트화 시켜서 </a:t>
            </a:r>
            <a:r>
              <a:rPr lang="ko-KR" altLang="en-US" sz="1000" b="1" dirty="0" err="1">
                <a:solidFill>
                  <a:srgbClr val="C00000"/>
                </a:solidFill>
              </a:rPr>
              <a:t>페이징</a:t>
            </a:r>
            <a:r>
              <a:rPr lang="ko-KR" altLang="en-US" sz="1000" b="1" dirty="0">
                <a:solidFill>
                  <a:srgbClr val="C00000"/>
                </a:solidFill>
              </a:rPr>
              <a:t> 기능</a:t>
            </a:r>
            <a:r>
              <a:rPr lang="en-US" altLang="ko-KR" sz="1000" b="1" dirty="0">
                <a:solidFill>
                  <a:srgbClr val="C00000"/>
                </a:solidFill>
              </a:rPr>
              <a:t>, </a:t>
            </a:r>
            <a:r>
              <a:rPr lang="ko-KR" altLang="en-US" sz="1000" b="1" dirty="0">
                <a:solidFill>
                  <a:srgbClr val="C00000"/>
                </a:solidFill>
              </a:rPr>
              <a:t>검색 기능 </a:t>
            </a:r>
            <a:r>
              <a:rPr lang="ko-KR" altLang="en-US" sz="1000" b="1" dirty="0" err="1">
                <a:solidFill>
                  <a:srgbClr val="C00000"/>
                </a:solidFill>
              </a:rPr>
              <a:t>들어가는게</a:t>
            </a:r>
            <a:r>
              <a:rPr lang="ko-KR" altLang="en-US" sz="1000" b="1" dirty="0">
                <a:solidFill>
                  <a:srgbClr val="C00000"/>
                </a:solidFill>
              </a:rPr>
              <a:t> 제일 좋을 것 같습니다</a:t>
            </a:r>
            <a:r>
              <a:rPr lang="en-US" altLang="ko-KR" sz="1000" b="1" dirty="0">
                <a:solidFill>
                  <a:srgbClr val="C00000"/>
                </a:solidFill>
              </a:rPr>
              <a:t>. (</a:t>
            </a:r>
            <a:r>
              <a:rPr lang="ko-KR" altLang="en-US" sz="1000" b="1" dirty="0" err="1">
                <a:solidFill>
                  <a:srgbClr val="C00000"/>
                </a:solidFill>
              </a:rPr>
              <a:t>인포채터</a:t>
            </a:r>
            <a:r>
              <a:rPr lang="ko-KR" altLang="en-US" sz="1000" b="1" dirty="0">
                <a:solidFill>
                  <a:srgbClr val="C00000"/>
                </a:solidFill>
              </a:rPr>
              <a:t> 참고</a:t>
            </a:r>
            <a:r>
              <a:rPr lang="en-US" altLang="ko-KR" sz="1000" b="1" dirty="0">
                <a:solidFill>
                  <a:srgbClr val="C00000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C00000"/>
                </a:solidFill>
              </a:rPr>
              <a:t>필수 기능은 아래와 같습니다</a:t>
            </a:r>
            <a:r>
              <a:rPr lang="en-US" altLang="ko-KR" sz="1000" b="1" dirty="0">
                <a:solidFill>
                  <a:srgbClr val="C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solidFill>
                  <a:srgbClr val="C00000"/>
                </a:solidFill>
              </a:rPr>
              <a:t>   - </a:t>
            </a:r>
            <a:r>
              <a:rPr lang="ko-KR" altLang="en-US" sz="1000" b="1" dirty="0">
                <a:solidFill>
                  <a:srgbClr val="C00000"/>
                </a:solidFill>
              </a:rPr>
              <a:t>전</a:t>
            </a:r>
            <a:r>
              <a:rPr lang="en-US" altLang="ko-KR" sz="1000" b="1" dirty="0">
                <a:solidFill>
                  <a:srgbClr val="C00000"/>
                </a:solidFill>
              </a:rPr>
              <a:t>/</a:t>
            </a:r>
            <a:r>
              <a:rPr lang="ko-KR" altLang="en-US" sz="1000" b="1" dirty="0">
                <a:solidFill>
                  <a:srgbClr val="C00000"/>
                </a:solidFill>
              </a:rPr>
              <a:t>후방일치</a:t>
            </a:r>
            <a:r>
              <a:rPr lang="en-US" altLang="ko-KR" sz="1000" b="1" dirty="0">
                <a:solidFill>
                  <a:srgbClr val="C00000"/>
                </a:solidFill>
              </a:rPr>
              <a:t>, </a:t>
            </a:r>
            <a:r>
              <a:rPr lang="ko-KR" altLang="en-US" sz="1000" b="1" dirty="0">
                <a:solidFill>
                  <a:srgbClr val="C00000"/>
                </a:solidFill>
              </a:rPr>
              <a:t>완전일치 검색</a:t>
            </a:r>
            <a:endParaRPr lang="en-US" altLang="ko-KR" sz="10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solidFill>
                  <a:srgbClr val="C00000"/>
                </a:solidFill>
              </a:rPr>
              <a:t>   - </a:t>
            </a:r>
            <a:r>
              <a:rPr lang="ko-KR" altLang="en-US" sz="1000" b="1" dirty="0">
                <a:solidFill>
                  <a:srgbClr val="C00000"/>
                </a:solidFill>
              </a:rPr>
              <a:t>사전 편집기능</a:t>
            </a:r>
            <a:endParaRPr lang="en-US" altLang="ko-KR" sz="1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748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7A36-AD41-58D3-B1C8-0F46D6CB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CDA556FB-FCBA-4D3B-8241-1FEA02CC1B38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1263F90-1AAC-1D6D-B24C-DE80763EB5E3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95183D9B-1D93-7E46-8DE0-DABA32F36C04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FC2844-257F-E210-D6E3-D12EF7D999B3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5755F6F6-0C9A-2026-C91C-D8D3E72699C5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4F1E5E3-A538-0909-8FDC-DBA5FFAC2EC0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7AB483F-F429-A11E-D3B2-85C7D71F06C5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F4C8F2E-94C8-E124-1DAC-2843AACE8853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FB46BF7-51B2-7DA0-2D79-D9AB237AAC95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D193BF5-B2DD-F8EB-73CB-D0B439FB5028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6135A6B-CE28-5B97-B715-35E90481A6BF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10705E9B-3386-A741-E78F-2C5814655E70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CDD1297F-0C37-57EE-EF61-003BB913D707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0AE3952-2AFD-6D65-D52E-64BD243D0B3D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18B25FE3-7719-74EF-12D1-15038E4CE372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A334BD-4CFC-73E9-3E6D-926F0247A15B}"/>
              </a:ext>
            </a:extLst>
          </p:cNvPr>
          <p:cNvSpPr/>
          <p:nvPr/>
        </p:nvSpPr>
        <p:spPr>
          <a:xfrm>
            <a:off x="-61223" y="129982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9AF25AC9-C829-43F7-4AD6-052869B29B5D}"/>
              </a:ext>
            </a:extLst>
          </p:cNvPr>
          <p:cNvSpPr/>
          <p:nvPr/>
        </p:nvSpPr>
        <p:spPr>
          <a:xfrm>
            <a:off x="47408" y="1468808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A9298FDE-E6A4-93E6-D554-2C522D7F65FC}"/>
              </a:ext>
            </a:extLst>
          </p:cNvPr>
          <p:cNvSpPr/>
          <p:nvPr/>
        </p:nvSpPr>
        <p:spPr>
          <a:xfrm>
            <a:off x="288835" y="265179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5C29E4-2C6D-9471-40EA-69C350194252}"/>
              </a:ext>
            </a:extLst>
          </p:cNvPr>
          <p:cNvSpPr txBox="1"/>
          <p:nvPr/>
        </p:nvSpPr>
        <p:spPr>
          <a:xfrm>
            <a:off x="3340748" y="2336083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편집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05609FE-72AD-F8F7-53EC-33AAEF9B6EDD}"/>
              </a:ext>
            </a:extLst>
          </p:cNvPr>
          <p:cNvGrpSpPr/>
          <p:nvPr/>
        </p:nvGrpSpPr>
        <p:grpSpPr>
          <a:xfrm>
            <a:off x="3874573" y="6380304"/>
            <a:ext cx="1117599" cy="339659"/>
            <a:chOff x="3048000" y="4343792"/>
            <a:chExt cx="838199" cy="254744"/>
          </a:xfrm>
        </p:grpSpPr>
        <p:sp>
          <p:nvSpPr>
            <p:cNvPr id="58" name="Button">
              <a:extLst>
                <a:ext uri="{FF2B5EF4-FFF2-40B4-BE49-F238E27FC236}">
                  <a16:creationId xmlns:a16="http://schemas.microsoft.com/office/drawing/2014/main" id="{1B9C7DA5-9AD3-B5AE-F829-D963E7D6D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저장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1BF3E9A-B3E3-4454-67D1-27B4EA488535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E76B38D-638A-65D6-9388-9F951CD0E671}"/>
              </a:ext>
            </a:extLst>
          </p:cNvPr>
          <p:cNvGrpSpPr/>
          <p:nvPr/>
        </p:nvGrpSpPr>
        <p:grpSpPr>
          <a:xfrm>
            <a:off x="5108285" y="6380301"/>
            <a:ext cx="1117599" cy="339659"/>
            <a:chOff x="3048000" y="4343792"/>
            <a:chExt cx="838199" cy="254744"/>
          </a:xfrm>
        </p:grpSpPr>
        <p:sp>
          <p:nvSpPr>
            <p:cNvPr id="61" name="Button">
              <a:extLst>
                <a:ext uri="{FF2B5EF4-FFF2-40B4-BE49-F238E27FC236}">
                  <a16:creationId xmlns:a16="http://schemas.microsoft.com/office/drawing/2014/main" id="{4926A286-8A14-E830-C1F5-1170B6383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취소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B53B98F-3021-0063-B82B-6593942CC482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F96F292-0924-7642-9585-95DDB08379EF}"/>
              </a:ext>
            </a:extLst>
          </p:cNvPr>
          <p:cNvGrpSpPr/>
          <p:nvPr/>
        </p:nvGrpSpPr>
        <p:grpSpPr>
          <a:xfrm>
            <a:off x="6298461" y="6380303"/>
            <a:ext cx="1117599" cy="339659"/>
            <a:chOff x="3048000" y="4343792"/>
            <a:chExt cx="838199" cy="254744"/>
          </a:xfrm>
        </p:grpSpPr>
        <p:sp>
          <p:nvSpPr>
            <p:cNvPr id="64" name="Button">
              <a:extLst>
                <a:ext uri="{FF2B5EF4-FFF2-40B4-BE49-F238E27FC236}">
                  <a16:creationId xmlns:a16="http://schemas.microsoft.com/office/drawing/2014/main" id="{A42F9E91-7326-E56B-4802-849B3E255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닫기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2C2647B-CCF1-97AE-777E-85319906D917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46905FB-B1F1-A6B7-14A2-668974DE2437}"/>
              </a:ext>
            </a:extLst>
          </p:cNvPr>
          <p:cNvSpPr txBox="1"/>
          <p:nvPr/>
        </p:nvSpPr>
        <p:spPr>
          <a:xfrm>
            <a:off x="319675" y="1890866"/>
            <a:ext cx="1721463" cy="173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txt_resrc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420CDAE-6EA1-1749-63D9-6DC6A1652614}"/>
              </a:ext>
            </a:extLst>
          </p:cNvPr>
          <p:cNvSpPr txBox="1"/>
          <p:nvPr/>
        </p:nvSpPr>
        <p:spPr>
          <a:xfrm>
            <a:off x="1366872" y="2202579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00D432-EF0D-2DC1-C9F8-2857EB0270B6}"/>
              </a:ext>
            </a:extLst>
          </p:cNvPr>
          <p:cNvSpPr txBox="1"/>
          <p:nvPr/>
        </p:nvSpPr>
        <p:spPr>
          <a:xfrm>
            <a:off x="1811733" y="2195089"/>
            <a:ext cx="3396340" cy="124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📁 </a:t>
            </a:r>
            <a:r>
              <a:rPr lang="en-US" altLang="ko-KR" sz="1067"/>
              <a:t>grammar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📄</a:t>
            </a:r>
            <a:r>
              <a:rPr lang="en-US" altLang="ko-KR" sz="1067"/>
              <a:t> cotton_prefer.list</a:t>
            </a:r>
            <a:endParaRPr lang="ko-KR" altLang="en-US" sz="1067"/>
          </a:p>
          <a:p>
            <a:r>
              <a:rPr lang="ko-KR" altLang="en-US" sz="1067"/>
              <a:t>    ├ 📄</a:t>
            </a:r>
            <a:r>
              <a:rPr lang="en-US" altLang="ko-KR" sz="1067"/>
              <a:t> cotton_part_prefer.list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big_preper.list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cotton_big_preper.list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Grammar.diana</a:t>
            </a:r>
            <a:endParaRPr lang="ko-KR" altLang="en-US" sz="1067"/>
          </a:p>
          <a:p>
            <a:r>
              <a:rPr lang="ko-KR" altLang="en-US" sz="1067"/>
              <a:t>    └ 📄 </a:t>
            </a:r>
            <a:r>
              <a:rPr lang="en-US" altLang="ko-KR" sz="1067"/>
              <a:t>:</a:t>
            </a:r>
            <a:endParaRPr lang="ko-KR" altLang="en-US" sz="1067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60C31A-B97D-FDAE-116E-23F159D6861B}"/>
              </a:ext>
            </a:extLst>
          </p:cNvPr>
          <p:cNvSpPr txBox="1"/>
          <p:nvPr/>
        </p:nvSpPr>
        <p:spPr>
          <a:xfrm>
            <a:off x="3653467" y="2315579"/>
            <a:ext cx="2258383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├ 📄</a:t>
            </a:r>
            <a:r>
              <a:rPr lang="en-US" altLang="ko-KR" sz="1067"/>
              <a:t> cotton_prefer.list</a:t>
            </a:r>
            <a:endParaRPr lang="ko-KR" altLang="en-US" sz="1067"/>
          </a:p>
        </p:txBody>
      </p:sp>
      <p:pic>
        <p:nvPicPr>
          <p:cNvPr id="71" name="그림 7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2CA8E2-1755-5FD7-8CF6-74A18D94D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448" y="2561561"/>
            <a:ext cx="3395240" cy="3835364"/>
          </a:xfrm>
          <a:prstGeom prst="rect">
            <a:avLst/>
          </a:prstGeom>
        </p:spPr>
      </p:pic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2DC6E357-349A-E16C-2844-FBD132A6921B}"/>
              </a:ext>
            </a:extLst>
          </p:cNvPr>
          <p:cNvGraphicFramePr>
            <a:graphicFrameLocks noGrp="1"/>
          </p:cNvGraphicFramePr>
          <p:nvPr/>
        </p:nvGraphicFramePr>
        <p:xfrm>
          <a:off x="8748064" y="557321"/>
          <a:ext cx="3264410" cy="6191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847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58595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90883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코튼 형태소 분석에만 사용하는 사전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어절 기분석 사전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5590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열어서 특정 키워드 찾기 옵션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ㄴ정규 표현식 사용 가능하도록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구분자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: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어절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[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탭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]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키워드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태그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태그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[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탭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]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키워드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태그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태그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….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334161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구분자 오류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중복 어절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태그 형식 오류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편집 후 저장 확인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빈줄 자동체크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삭제 기능 가능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?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5435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6ECF2EB2-ED92-DE75-0231-EE49491C38DD}"/>
              </a:ext>
            </a:extLst>
          </p:cNvPr>
          <p:cNvSpPr txBox="1"/>
          <p:nvPr/>
        </p:nvSpPr>
        <p:spPr>
          <a:xfrm>
            <a:off x="327739" y="3933637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047DC3-1CBA-D4DD-AC6D-080BFBBB8445}"/>
              </a:ext>
            </a:extLst>
          </p:cNvPr>
          <p:cNvSpPr txBox="1"/>
          <p:nvPr/>
        </p:nvSpPr>
        <p:spPr>
          <a:xfrm>
            <a:off x="337662" y="5152403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</p:txBody>
      </p:sp>
    </p:spTree>
    <p:extLst>
      <p:ext uri="{BB962C8B-B14F-4D97-AF65-F5344CB8AC3E}">
        <p14:creationId xmlns:p14="http://schemas.microsoft.com/office/powerpoint/2010/main" val="1378332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86FE1-727E-DE42-C45C-A5FE25FDF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6F31690F-B32A-BD80-DF9B-B6ED6DE45DE5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F261E59-FBE9-C35E-3678-7CE1076DB22B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A8862B9C-BD0E-EFE4-E2FA-A9D6DE5A6C5C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582FC7-E918-3EBD-BD87-79D9DCD11627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B37E022-3303-027A-3C44-92BFCD0539E0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1F74727-D079-B1F8-307E-3B0B5E6243F3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5C5ED614-7A33-345C-DB40-CFAF4BA50826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135EA06-5BF8-0394-78D1-7EE283B93450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AF94F53B-8E92-2BBF-B67A-B0DB3CB873C6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591BFB8-D48D-31F6-FC55-9E55ADE035E2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FC317717-A9AE-986B-E7A2-A3672082B11F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58DDFF8-C95A-78DA-F802-104F8E373050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48656896-4AF7-6FC6-150E-1694BDD35572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6DBD50D-8C9E-EC39-612E-8F1BC4F3D11F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4F198CF4-200C-31C7-C05D-82A1252DF5DB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10E948-CD32-D917-08F0-F00BCA10B169}"/>
              </a:ext>
            </a:extLst>
          </p:cNvPr>
          <p:cNvSpPr/>
          <p:nvPr/>
        </p:nvSpPr>
        <p:spPr>
          <a:xfrm>
            <a:off x="-61223" y="129982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3A7EC4ED-5482-DB5C-7260-1F795E84FC39}"/>
              </a:ext>
            </a:extLst>
          </p:cNvPr>
          <p:cNvSpPr/>
          <p:nvPr/>
        </p:nvSpPr>
        <p:spPr>
          <a:xfrm>
            <a:off x="47408" y="1468808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10BFFF65-7214-43A6-B913-DC2ECA7DF93F}"/>
              </a:ext>
            </a:extLst>
          </p:cNvPr>
          <p:cNvSpPr/>
          <p:nvPr/>
        </p:nvSpPr>
        <p:spPr>
          <a:xfrm>
            <a:off x="288835" y="265179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EFAFB6-1C8F-89EB-50CC-152AAB427E53}"/>
              </a:ext>
            </a:extLst>
          </p:cNvPr>
          <p:cNvSpPr txBox="1"/>
          <p:nvPr/>
        </p:nvSpPr>
        <p:spPr>
          <a:xfrm>
            <a:off x="3634961" y="2488726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편집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CDFE05B-1DFD-A18E-77CA-BE44FB8F89E6}"/>
              </a:ext>
            </a:extLst>
          </p:cNvPr>
          <p:cNvGrpSpPr/>
          <p:nvPr/>
        </p:nvGrpSpPr>
        <p:grpSpPr>
          <a:xfrm>
            <a:off x="3874573" y="6380304"/>
            <a:ext cx="1117599" cy="339659"/>
            <a:chOff x="3048000" y="4343792"/>
            <a:chExt cx="838199" cy="254744"/>
          </a:xfrm>
        </p:grpSpPr>
        <p:sp>
          <p:nvSpPr>
            <p:cNvPr id="58" name="Button">
              <a:extLst>
                <a:ext uri="{FF2B5EF4-FFF2-40B4-BE49-F238E27FC236}">
                  <a16:creationId xmlns:a16="http://schemas.microsoft.com/office/drawing/2014/main" id="{BA2AA058-8CD8-0562-084D-1182425F5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저장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95DDFB6-A23C-A20D-C3BD-FCAD0946F997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CBC02A08-7D17-D6AC-3147-7F64CA87FE17}"/>
              </a:ext>
            </a:extLst>
          </p:cNvPr>
          <p:cNvGrpSpPr/>
          <p:nvPr/>
        </p:nvGrpSpPr>
        <p:grpSpPr>
          <a:xfrm>
            <a:off x="5108285" y="6380301"/>
            <a:ext cx="1117599" cy="339659"/>
            <a:chOff x="3048000" y="4343792"/>
            <a:chExt cx="838199" cy="254744"/>
          </a:xfrm>
        </p:grpSpPr>
        <p:sp>
          <p:nvSpPr>
            <p:cNvPr id="61" name="Button">
              <a:extLst>
                <a:ext uri="{FF2B5EF4-FFF2-40B4-BE49-F238E27FC236}">
                  <a16:creationId xmlns:a16="http://schemas.microsoft.com/office/drawing/2014/main" id="{5DE53E50-70E3-DD2B-5B9F-0F0195AA3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취소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3D7D2D3-1B8E-F90A-4F7C-1F18D0CA2246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1866C88-4A67-E8BE-77D0-14C875BE308F}"/>
              </a:ext>
            </a:extLst>
          </p:cNvPr>
          <p:cNvGrpSpPr/>
          <p:nvPr/>
        </p:nvGrpSpPr>
        <p:grpSpPr>
          <a:xfrm>
            <a:off x="6298461" y="6380303"/>
            <a:ext cx="1117599" cy="339659"/>
            <a:chOff x="3048000" y="4343792"/>
            <a:chExt cx="838199" cy="254744"/>
          </a:xfrm>
        </p:grpSpPr>
        <p:sp>
          <p:nvSpPr>
            <p:cNvPr id="64" name="Button">
              <a:extLst>
                <a:ext uri="{FF2B5EF4-FFF2-40B4-BE49-F238E27FC236}">
                  <a16:creationId xmlns:a16="http://schemas.microsoft.com/office/drawing/2014/main" id="{342FD7BD-2AE4-78ED-97BC-E1CED61B6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닫기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07A6619-FACE-7AAD-BB63-2D069AFCA544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B2D16ABD-A6D6-F044-A5AC-E4A09A465496}"/>
              </a:ext>
            </a:extLst>
          </p:cNvPr>
          <p:cNvSpPr txBox="1"/>
          <p:nvPr/>
        </p:nvSpPr>
        <p:spPr>
          <a:xfrm>
            <a:off x="319675" y="1890866"/>
            <a:ext cx="1721463" cy="173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txt_resrc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390826-DB90-66EA-25E8-4DE4411A6666}"/>
              </a:ext>
            </a:extLst>
          </p:cNvPr>
          <p:cNvSpPr txBox="1"/>
          <p:nvPr/>
        </p:nvSpPr>
        <p:spPr>
          <a:xfrm>
            <a:off x="1366872" y="2202579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53DC6C-9E12-FEBA-0C23-A0648D1D5EA1}"/>
              </a:ext>
            </a:extLst>
          </p:cNvPr>
          <p:cNvSpPr txBox="1"/>
          <p:nvPr/>
        </p:nvSpPr>
        <p:spPr>
          <a:xfrm>
            <a:off x="1811733" y="2195089"/>
            <a:ext cx="3396340" cy="124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📁 </a:t>
            </a:r>
            <a:r>
              <a:rPr lang="en-US" altLang="ko-KR" sz="1067"/>
              <a:t>grammar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📄</a:t>
            </a:r>
            <a:r>
              <a:rPr lang="en-US" altLang="ko-KR" sz="1067"/>
              <a:t> cotton_prefer.list</a:t>
            </a:r>
            <a:endParaRPr lang="ko-KR" altLang="en-US" sz="1067"/>
          </a:p>
          <a:p>
            <a:r>
              <a:rPr lang="ko-KR" altLang="en-US" sz="1067"/>
              <a:t>    ├ 📄</a:t>
            </a:r>
            <a:r>
              <a:rPr lang="en-US" altLang="ko-KR" sz="1067"/>
              <a:t> cotton_part_prefer.list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big_preper.list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cotton_big_preper.list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Grammar.diana</a:t>
            </a:r>
            <a:endParaRPr lang="ko-KR" altLang="en-US" sz="1067"/>
          </a:p>
          <a:p>
            <a:r>
              <a:rPr lang="ko-KR" altLang="en-US" sz="1067"/>
              <a:t>    └ 📄 </a:t>
            </a:r>
            <a:r>
              <a:rPr lang="en-US" altLang="ko-KR" sz="1067"/>
              <a:t>:</a:t>
            </a:r>
            <a:endParaRPr lang="ko-KR" altLang="en-US" sz="1067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92B92F-279C-33AF-C369-E3859F15BA20}"/>
              </a:ext>
            </a:extLst>
          </p:cNvPr>
          <p:cNvSpPr txBox="1"/>
          <p:nvPr/>
        </p:nvSpPr>
        <p:spPr>
          <a:xfrm>
            <a:off x="3947681" y="2468221"/>
            <a:ext cx="2258383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├ 📄</a:t>
            </a:r>
            <a:r>
              <a:rPr lang="en-US" altLang="ko-KR" sz="1067"/>
              <a:t> cotton_part_prefer.list</a:t>
            </a:r>
            <a:endParaRPr lang="ko-KR" altLang="en-US" sz="1067"/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D59965-5CE2-9611-E93C-9165688A5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739" y="2755480"/>
            <a:ext cx="4483896" cy="3757456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9A0DEC0-DB33-7B83-142B-7D54F40B7387}"/>
              </a:ext>
            </a:extLst>
          </p:cNvPr>
          <p:cNvGraphicFramePr>
            <a:graphicFrameLocks noGrp="1"/>
          </p:cNvGraphicFramePr>
          <p:nvPr/>
        </p:nvGraphicFramePr>
        <p:xfrm>
          <a:off x="9011624" y="589281"/>
          <a:ext cx="2986713" cy="6279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497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61101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90883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코튼 형태소 분석에만 사용하는 사전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어절 부분 기분석 사전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5590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열어서 특정 키워드 찾기 옵션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ㄴ정규 표현식 사용 가능하도록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구분자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: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어절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[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탭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]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키워드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태그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태그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[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탭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]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키워드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태그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태그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….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39486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구분자 오류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중복 어절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태그 형식 오류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편집 후 저장 확인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빈줄 자동체크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삭제 기능 가능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?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8177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852CFD-E1DA-C24B-D0A7-4318AB4FDC75}"/>
              </a:ext>
            </a:extLst>
          </p:cNvPr>
          <p:cNvSpPr txBox="1"/>
          <p:nvPr/>
        </p:nvSpPr>
        <p:spPr>
          <a:xfrm>
            <a:off x="327739" y="3933637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1C5191-B1F7-4FBD-6941-E62D99553A98}"/>
              </a:ext>
            </a:extLst>
          </p:cNvPr>
          <p:cNvSpPr txBox="1"/>
          <p:nvPr/>
        </p:nvSpPr>
        <p:spPr>
          <a:xfrm>
            <a:off x="337662" y="5152403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</p:txBody>
      </p:sp>
    </p:spTree>
    <p:extLst>
      <p:ext uri="{BB962C8B-B14F-4D97-AF65-F5344CB8AC3E}">
        <p14:creationId xmlns:p14="http://schemas.microsoft.com/office/powerpoint/2010/main" val="1782405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B4A3-6E52-95DC-71BC-B25056CB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EE6A6FC8-3CAD-84E9-841A-5CAAED93A63B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8102F98-2940-24F4-2B99-15ADB103E179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BF275E19-034D-065B-61B3-37FA57507CDF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9EF5EA-1F35-FCD3-EB99-3F58B48BCDF0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6964C93C-15D0-C394-9B0F-402FF7865ACC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E06F4D3-2B74-A583-1CD7-4BCA4344FDF4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AFA501E-B33B-02D8-F2C2-DA7136E8DA9E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F07448-CC36-DAE8-B007-1689F8F62783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72D67EB3-CEF6-D8E2-B583-481CD57AC914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56934983-83EE-91D1-6963-64E6AAAAA7E1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51B05A2-AC96-37BB-AC18-EC207CA4C8E6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3B7A2EC3-1FEB-521A-35C1-F9F1945DCCC8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48F49114-30FF-30A8-792B-E8235E3147A4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2CDCF5A-2EAD-F5B9-7F59-5B445720E351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E72172FD-640E-14A5-560E-66EE46C2BA57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90D99C-5251-5CFD-B90C-EF273605AA65}"/>
              </a:ext>
            </a:extLst>
          </p:cNvPr>
          <p:cNvSpPr/>
          <p:nvPr/>
        </p:nvSpPr>
        <p:spPr>
          <a:xfrm>
            <a:off x="-61223" y="129982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1CF6B044-4380-4623-0266-BFD58756138D}"/>
              </a:ext>
            </a:extLst>
          </p:cNvPr>
          <p:cNvSpPr/>
          <p:nvPr/>
        </p:nvSpPr>
        <p:spPr>
          <a:xfrm>
            <a:off x="47408" y="1468808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0BF6CA2B-5773-A221-3B7C-A2B23B83BF80}"/>
              </a:ext>
            </a:extLst>
          </p:cNvPr>
          <p:cNvSpPr/>
          <p:nvPr/>
        </p:nvSpPr>
        <p:spPr>
          <a:xfrm>
            <a:off x="288835" y="265179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2C394F-A19F-F8A7-F69B-1B548CD492E3}"/>
              </a:ext>
            </a:extLst>
          </p:cNvPr>
          <p:cNvSpPr txBox="1"/>
          <p:nvPr/>
        </p:nvSpPr>
        <p:spPr>
          <a:xfrm>
            <a:off x="319675" y="1890866"/>
            <a:ext cx="1721463" cy="173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txt_resrc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FEA7DE-181C-7DCA-3170-2BB24F4022FD}"/>
              </a:ext>
            </a:extLst>
          </p:cNvPr>
          <p:cNvSpPr txBox="1"/>
          <p:nvPr/>
        </p:nvSpPr>
        <p:spPr>
          <a:xfrm>
            <a:off x="1366872" y="2202579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BB5A79-0DAD-1E7B-D718-1F9A3E6806B6}"/>
              </a:ext>
            </a:extLst>
          </p:cNvPr>
          <p:cNvSpPr txBox="1"/>
          <p:nvPr/>
        </p:nvSpPr>
        <p:spPr>
          <a:xfrm>
            <a:off x="1811733" y="2195089"/>
            <a:ext cx="2258383" cy="124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📁 </a:t>
            </a:r>
            <a:r>
              <a:rPr lang="en-US" altLang="ko-KR" sz="1067"/>
              <a:t>grammar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📄</a:t>
            </a:r>
            <a:r>
              <a:rPr lang="en-US" altLang="ko-KR" sz="1067"/>
              <a:t> cotton_prefer.list</a:t>
            </a:r>
            <a:endParaRPr lang="ko-KR" altLang="en-US" sz="1067"/>
          </a:p>
          <a:p>
            <a:r>
              <a:rPr lang="ko-KR" altLang="en-US" sz="1067"/>
              <a:t>    ├ 📄</a:t>
            </a:r>
            <a:r>
              <a:rPr lang="en-US" altLang="ko-KR" sz="1067"/>
              <a:t> cotton_part_prefer.list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big_preper.list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cotton_big_preper.list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Grammar.diana</a:t>
            </a:r>
            <a:endParaRPr lang="ko-KR" altLang="en-US" sz="1067"/>
          </a:p>
          <a:p>
            <a:r>
              <a:rPr lang="ko-KR" altLang="en-US" sz="1067"/>
              <a:t>    └ 📄 </a:t>
            </a:r>
            <a:r>
              <a:rPr lang="en-US" altLang="ko-KR" sz="1067"/>
              <a:t>:</a:t>
            </a:r>
            <a:endParaRPr lang="ko-KR" altLang="en-US" sz="1067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0729F0-D714-A13D-8D8F-1683BF6B29BC}"/>
              </a:ext>
            </a:extLst>
          </p:cNvPr>
          <p:cNvSpPr txBox="1"/>
          <p:nvPr/>
        </p:nvSpPr>
        <p:spPr>
          <a:xfrm>
            <a:off x="4272656" y="1436367"/>
            <a:ext cx="1619691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├ 📄</a:t>
            </a:r>
            <a:r>
              <a:rPr lang="en-US" altLang="ko-KR" sz="1067"/>
              <a:t> Grammar.diana</a:t>
            </a:r>
            <a:endParaRPr lang="ko-KR" altLang="en-US" sz="1067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69A18B4-2034-E623-EC0D-DDC927503B5E}"/>
              </a:ext>
            </a:extLst>
          </p:cNvPr>
          <p:cNvGraphicFramePr>
            <a:graphicFrameLocks noGrp="1"/>
          </p:cNvGraphicFramePr>
          <p:nvPr/>
        </p:nvGraphicFramePr>
        <p:xfrm>
          <a:off x="9011624" y="589280"/>
          <a:ext cx="2986713" cy="6192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497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61101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847367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사전에 등록된 형태소 간 결합문법 사전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5590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열어서 특정 키워드 찾기 옵션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ㄴ정규 표현식 사용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가능하도록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ㄴ문법찾기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검색박스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ㄴ문법추가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사전등록박스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ㄴ문법테스트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입력어창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문법적용 후 분석결과 디스플레이창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39486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구분자 오류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 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탭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편집 후 저장 확인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8177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E1F28F-EE2B-2FDB-B091-7176C62C24AC}"/>
              </a:ext>
            </a:extLst>
          </p:cNvPr>
          <p:cNvSpPr txBox="1"/>
          <p:nvPr/>
        </p:nvSpPr>
        <p:spPr>
          <a:xfrm>
            <a:off x="327739" y="3933637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6E61F8-891B-F32F-24A5-67829FB6E06C}"/>
              </a:ext>
            </a:extLst>
          </p:cNvPr>
          <p:cNvSpPr txBox="1"/>
          <p:nvPr/>
        </p:nvSpPr>
        <p:spPr>
          <a:xfrm>
            <a:off x="337662" y="5152403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1A1F4-99C5-9ACB-FC55-46243C8405D0}"/>
              </a:ext>
            </a:extLst>
          </p:cNvPr>
          <p:cNvSpPr txBox="1"/>
          <p:nvPr/>
        </p:nvSpPr>
        <p:spPr>
          <a:xfrm>
            <a:off x="3251351" y="3023773"/>
            <a:ext cx="56994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편집</a:t>
            </a:r>
          </a:p>
        </p:txBody>
      </p:sp>
      <p:pic>
        <p:nvPicPr>
          <p:cNvPr id="15" name="그림 14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23C656-E1DD-58C1-881E-0058E07F3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138" y="1713792"/>
            <a:ext cx="3412956" cy="4736347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A6FC950F-8823-BD40-A5F0-6B97A6BF7239}"/>
              </a:ext>
            </a:extLst>
          </p:cNvPr>
          <p:cNvGrpSpPr/>
          <p:nvPr/>
        </p:nvGrpSpPr>
        <p:grpSpPr>
          <a:xfrm>
            <a:off x="4478477" y="6414488"/>
            <a:ext cx="1117599" cy="339659"/>
            <a:chOff x="3048000" y="4343792"/>
            <a:chExt cx="838199" cy="254744"/>
          </a:xfrm>
        </p:grpSpPr>
        <p:sp>
          <p:nvSpPr>
            <p:cNvPr id="27" name="Button">
              <a:extLst>
                <a:ext uri="{FF2B5EF4-FFF2-40B4-BE49-F238E27FC236}">
                  <a16:creationId xmlns:a16="http://schemas.microsoft.com/office/drawing/2014/main" id="{0E7DC542-ACBF-1716-0F0D-B34C58CB0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저장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E51ACB-803A-1A3F-EBAA-B77A0B491D91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26CF1FF-F4EA-DC2F-FD8B-26C2B835E909}"/>
              </a:ext>
            </a:extLst>
          </p:cNvPr>
          <p:cNvGrpSpPr/>
          <p:nvPr/>
        </p:nvGrpSpPr>
        <p:grpSpPr>
          <a:xfrm>
            <a:off x="5712189" y="6414485"/>
            <a:ext cx="1117599" cy="339659"/>
            <a:chOff x="3048000" y="4343792"/>
            <a:chExt cx="838199" cy="254744"/>
          </a:xfrm>
        </p:grpSpPr>
        <p:sp>
          <p:nvSpPr>
            <p:cNvPr id="31" name="Button">
              <a:extLst>
                <a:ext uri="{FF2B5EF4-FFF2-40B4-BE49-F238E27FC236}">
                  <a16:creationId xmlns:a16="http://schemas.microsoft.com/office/drawing/2014/main" id="{FB97BB57-B968-0F87-9500-7B20FD8E2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취소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56B6511-6B26-62E1-65DC-2C0F9177058E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F48686D-BFCC-5E17-3E6F-9ADC622A3237}"/>
              </a:ext>
            </a:extLst>
          </p:cNvPr>
          <p:cNvGrpSpPr/>
          <p:nvPr/>
        </p:nvGrpSpPr>
        <p:grpSpPr>
          <a:xfrm>
            <a:off x="6902365" y="6414487"/>
            <a:ext cx="1117599" cy="339659"/>
            <a:chOff x="3048000" y="4343792"/>
            <a:chExt cx="838199" cy="254744"/>
          </a:xfrm>
        </p:grpSpPr>
        <p:sp>
          <p:nvSpPr>
            <p:cNvPr id="34" name="Button">
              <a:extLst>
                <a:ext uri="{FF2B5EF4-FFF2-40B4-BE49-F238E27FC236}">
                  <a16:creationId xmlns:a16="http://schemas.microsoft.com/office/drawing/2014/main" id="{87D46131-13C7-E2CD-FF7B-D567EC76B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닫기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5085168-33D1-CA17-2E75-19F663657AD4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28213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10F6-3AF4-57A7-1546-08E24DD7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EA6ACFB8-3DC9-FF40-1486-77B5F7450D6F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BB84325-0C59-8CFD-7704-AFBFBE1133FA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2AFABEEB-8215-31A4-BFBD-1DFA39AD82E0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8FC73F-5AD5-812D-BD29-B6B17323644C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73C562F9-12A5-6047-98B4-DFF61C54686D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B41F96BB-6A42-8B11-4615-CEEB597CCFD5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416541E8-796D-56C6-93D7-2C35E2A79337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B649A62-72FE-EAF5-A754-A96227A33E05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C6F1F4FA-4C48-389C-7FCA-2D7894A2EC9C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68C1FC25-A90B-9768-85BE-76556C021B67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E08E759-6360-94F3-2816-D29BDE79EEDC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519620FB-F424-ED85-EA1A-50E0F24F70AA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520A27F-5102-699B-12D1-C789BE0C87C8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F76EBBB-64D4-6CD3-EF1C-EA090E37471D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A2FF4093-4A11-C2C8-CC7C-6938E5776D28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1EC2D6-CC6D-0902-2585-B706910316BB}"/>
              </a:ext>
            </a:extLst>
          </p:cNvPr>
          <p:cNvSpPr/>
          <p:nvPr/>
        </p:nvSpPr>
        <p:spPr>
          <a:xfrm>
            <a:off x="119843" y="232587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0DE09079-465A-1E70-CE1C-9819156BF383}"/>
              </a:ext>
            </a:extLst>
          </p:cNvPr>
          <p:cNvSpPr/>
          <p:nvPr/>
        </p:nvSpPr>
        <p:spPr>
          <a:xfrm>
            <a:off x="228473" y="2494857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1FF9E6-8EE1-0571-B398-1C314B01E840}"/>
              </a:ext>
            </a:extLst>
          </p:cNvPr>
          <p:cNvSpPr txBox="1"/>
          <p:nvPr/>
        </p:nvSpPr>
        <p:spPr>
          <a:xfrm>
            <a:off x="1533816" y="2236582"/>
            <a:ext cx="232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📁 </a:t>
            </a:r>
            <a:r>
              <a:rPr lang="en-US" altLang="ko-KR" sz="1200"/>
              <a:t>udic</a:t>
            </a:r>
          </a:p>
          <a:p>
            <a:r>
              <a:rPr lang="en-US" altLang="ko-KR" sz="1200"/>
              <a:t>    </a:t>
            </a:r>
            <a:r>
              <a:rPr lang="ko-KR" altLang="en-US" sz="1200"/>
              <a:t>├ 📄</a:t>
            </a:r>
            <a:r>
              <a:rPr lang="en-US" altLang="ko-KR" sz="1200"/>
              <a:t> user.ks</a:t>
            </a: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E6019C-779F-22DE-3574-7B64B6F18C95}"/>
              </a:ext>
            </a:extLst>
          </p:cNvPr>
          <p:cNvSpPr txBox="1"/>
          <p:nvPr/>
        </p:nvSpPr>
        <p:spPr>
          <a:xfrm>
            <a:off x="2661479" y="2431306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편집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5B0A26-744E-8E8E-2A66-05AF59D3CC0D}"/>
              </a:ext>
            </a:extLst>
          </p:cNvPr>
          <p:cNvSpPr txBox="1"/>
          <p:nvPr/>
        </p:nvSpPr>
        <p:spPr>
          <a:xfrm>
            <a:off x="259314" y="1733932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txt_resrc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B47618-92A7-3CF6-1073-A69C4F199A29}"/>
              </a:ext>
            </a:extLst>
          </p:cNvPr>
          <p:cNvSpPr txBox="1"/>
          <p:nvPr/>
        </p:nvSpPr>
        <p:spPr>
          <a:xfrm>
            <a:off x="1055660" y="2382602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D020A90-2C7C-E9E7-2779-44F2CEA044C1}"/>
              </a:ext>
            </a:extLst>
          </p:cNvPr>
          <p:cNvGrpSpPr/>
          <p:nvPr/>
        </p:nvGrpSpPr>
        <p:grpSpPr>
          <a:xfrm>
            <a:off x="2978984" y="2431305"/>
            <a:ext cx="3760505" cy="4299567"/>
            <a:chOff x="2820314" y="1945809"/>
            <a:chExt cx="2820379" cy="322467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5075D8-DB82-7D12-21F8-4DCC344D1113}"/>
                </a:ext>
              </a:extLst>
            </p:cNvPr>
            <p:cNvSpPr txBox="1"/>
            <p:nvPr/>
          </p:nvSpPr>
          <p:spPr>
            <a:xfrm>
              <a:off x="2820314" y="1945809"/>
              <a:ext cx="1368879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  ├ 📄</a:t>
              </a:r>
              <a:r>
                <a:rPr lang="en-US" altLang="ko-KR" sz="1067"/>
                <a:t> user.ks</a:t>
              </a:r>
              <a:endParaRPr lang="ko-KR" altLang="en-US" sz="1067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31A2487E-3E6D-8BF6-58DE-730D8E899D94}"/>
                </a:ext>
              </a:extLst>
            </p:cNvPr>
            <p:cNvGrpSpPr/>
            <p:nvPr/>
          </p:nvGrpSpPr>
          <p:grpSpPr>
            <a:xfrm>
              <a:off x="2984578" y="4915740"/>
              <a:ext cx="838199" cy="254744"/>
              <a:chOff x="3048000" y="4343792"/>
              <a:chExt cx="838199" cy="254744"/>
            </a:xfrm>
          </p:grpSpPr>
          <p:sp>
            <p:nvSpPr>
              <p:cNvPr id="37" name="Button">
                <a:extLst>
                  <a:ext uri="{FF2B5EF4-FFF2-40B4-BE49-F238E27FC236}">
                    <a16:creationId xmlns:a16="http://schemas.microsoft.com/office/drawing/2014/main" id="{745F265A-9FA2-D38D-26BA-9203BB732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저장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20F5621-D7BB-DA21-B58C-8DB9BD96A9CC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939FA674-E45B-CDFB-15E1-5EBBC8C6FFB2}"/>
                </a:ext>
              </a:extLst>
            </p:cNvPr>
            <p:cNvGrpSpPr/>
            <p:nvPr/>
          </p:nvGrpSpPr>
          <p:grpSpPr>
            <a:xfrm>
              <a:off x="3909862" y="4915738"/>
              <a:ext cx="838199" cy="254744"/>
              <a:chOff x="3048000" y="4343792"/>
              <a:chExt cx="838199" cy="254744"/>
            </a:xfrm>
          </p:grpSpPr>
          <p:sp>
            <p:nvSpPr>
              <p:cNvPr id="40" name="Button">
                <a:extLst>
                  <a:ext uri="{FF2B5EF4-FFF2-40B4-BE49-F238E27FC236}">
                    <a16:creationId xmlns:a16="http://schemas.microsoft.com/office/drawing/2014/main" id="{10C0C1C6-7EE6-12D3-ADA9-C2A12BAB3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취소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B315DE8-A0BF-2654-82D7-A3DB43A1892F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7E79AF6-1FA8-A3CC-E049-ECDE796230B5}"/>
                </a:ext>
              </a:extLst>
            </p:cNvPr>
            <p:cNvGrpSpPr/>
            <p:nvPr/>
          </p:nvGrpSpPr>
          <p:grpSpPr>
            <a:xfrm>
              <a:off x="4802494" y="4915739"/>
              <a:ext cx="838199" cy="254744"/>
              <a:chOff x="3048000" y="4343792"/>
              <a:chExt cx="838199" cy="254744"/>
            </a:xfrm>
          </p:grpSpPr>
          <p:sp>
            <p:nvSpPr>
              <p:cNvPr id="43" name="Button">
                <a:extLst>
                  <a:ext uri="{FF2B5EF4-FFF2-40B4-BE49-F238E27FC236}">
                    <a16:creationId xmlns:a16="http://schemas.microsoft.com/office/drawing/2014/main" id="{637056B6-A8B9-F5EE-4BBC-19C675BFB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닫기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1E4E28-0FD2-91DF-EDBD-BB3869E3E0AB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</p:grpSp>
      <p:pic>
        <p:nvPicPr>
          <p:cNvPr id="4" name="그림 3" descr="텍스트, 스크린샷, 디스플레이, 소프트웨어이(가) 표시된 사진">
            <a:extLst>
              <a:ext uri="{FF2B5EF4-FFF2-40B4-BE49-F238E27FC236}">
                <a16:creationId xmlns:a16="http://schemas.microsoft.com/office/drawing/2014/main" id="{1D648AD6-615B-FA35-F809-66FB2444D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914" y="2685360"/>
            <a:ext cx="3975100" cy="376046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71DBD81-D2DA-C02D-D18D-12D6714C5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427386"/>
              </p:ext>
            </p:extLst>
          </p:nvPr>
        </p:nvGraphicFramePr>
        <p:xfrm>
          <a:off x="8904520" y="533637"/>
          <a:ext cx="3137306" cy="6180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7583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307668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887899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목록에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형태소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키워드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만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등록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단일명사 사전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887899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열어서 특정 키워드 찾기 옵션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ㄴ정규 표현식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사용 가능하도록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821996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중복체크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편집 후 저장 확인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빈줄 자동체크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삭제 기능 가능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?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274717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1DFE8B-F73C-9079-45F5-5C2B9C42A2F2}"/>
              </a:ext>
            </a:extLst>
          </p:cNvPr>
          <p:cNvSpPr txBox="1"/>
          <p:nvPr/>
        </p:nvSpPr>
        <p:spPr>
          <a:xfrm>
            <a:off x="327739" y="3933637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CC62A-201F-4087-8291-8837E877840E}"/>
              </a:ext>
            </a:extLst>
          </p:cNvPr>
          <p:cNvSpPr txBox="1"/>
          <p:nvPr/>
        </p:nvSpPr>
        <p:spPr>
          <a:xfrm>
            <a:off x="337662" y="5152403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</p:txBody>
      </p:sp>
    </p:spTree>
    <p:extLst>
      <p:ext uri="{BB962C8B-B14F-4D97-AF65-F5344CB8AC3E}">
        <p14:creationId xmlns:p14="http://schemas.microsoft.com/office/powerpoint/2010/main" val="4253926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44FCB-FFB0-3EA5-A928-1095EC7D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55B32EB3-EA0E-65E8-4327-8D9B129637F5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A317A61-136D-601F-1B08-AA03A78522FD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C39F0939-59C5-C1F6-A881-CA1820E3BE6D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4A8012-6636-F1C8-5E63-492DF47E46B6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5CD613B-0299-D1D5-A3A6-B218D1633E0E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91F64EB-982B-99CF-5EE3-91534CDD2363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AE31B2C-28F3-0828-FFFC-4E9251EAA835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3313CCBF-F4B1-E71A-980F-4FE05FD905A8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73DF9303-1747-F87A-177D-0303FDB0529C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CDAE18F6-DC94-4AD4-A6F9-5104EF3E8205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C94DAF58-8167-010F-17A5-0F830B9C5F5F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C28AE8F-1165-A283-A1D1-CA185D02D611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2E6F1B0-18CC-4A17-61A8-E27FD9E31695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0814033-50E7-E7F7-00D2-AAB99E3686A5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F5C8F7E4-3CDB-CAE3-E16C-F4E555C54894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827074-DDDA-4461-EA5C-509119693DEB}"/>
              </a:ext>
            </a:extLst>
          </p:cNvPr>
          <p:cNvSpPr/>
          <p:nvPr/>
        </p:nvSpPr>
        <p:spPr>
          <a:xfrm>
            <a:off x="119843" y="232587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332C07B3-CC2B-6B3D-FCB5-5F9DC108F691}"/>
              </a:ext>
            </a:extLst>
          </p:cNvPr>
          <p:cNvSpPr/>
          <p:nvPr/>
        </p:nvSpPr>
        <p:spPr>
          <a:xfrm>
            <a:off x="228473" y="2494857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8861A0-8BD7-199F-8EFD-6FF0B87C881D}"/>
              </a:ext>
            </a:extLst>
          </p:cNvPr>
          <p:cNvSpPr txBox="1"/>
          <p:nvPr/>
        </p:nvSpPr>
        <p:spPr>
          <a:xfrm>
            <a:off x="1622948" y="2540582"/>
            <a:ext cx="232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📁 </a:t>
            </a:r>
            <a:r>
              <a:rPr lang="en-US" altLang="ko-KR" sz="1200"/>
              <a:t>cndic</a:t>
            </a:r>
          </a:p>
          <a:p>
            <a:r>
              <a:rPr lang="en-US" altLang="ko-KR" sz="1200"/>
              <a:t>    </a:t>
            </a:r>
            <a:r>
              <a:rPr lang="ko-KR" altLang="en-US" sz="1200"/>
              <a:t>├ 📄</a:t>
            </a:r>
            <a:r>
              <a:rPr lang="en-US" altLang="ko-KR" sz="1200"/>
              <a:t> cnlist.ks</a:t>
            </a:r>
            <a:endParaRPr lang="ko-KR" altLang="en-US" sz="1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F4B9BC-BD45-8D4E-08BB-136338CE804A}"/>
              </a:ext>
            </a:extLst>
          </p:cNvPr>
          <p:cNvSpPr txBox="1"/>
          <p:nvPr/>
        </p:nvSpPr>
        <p:spPr>
          <a:xfrm>
            <a:off x="2750303" y="2661928"/>
            <a:ext cx="56994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편집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8ECD36-6FA2-9570-0280-F4D2E7722480}"/>
              </a:ext>
            </a:extLst>
          </p:cNvPr>
          <p:cNvSpPr txBox="1"/>
          <p:nvPr/>
        </p:nvSpPr>
        <p:spPr>
          <a:xfrm>
            <a:off x="259314" y="1733932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txt_resrc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58949-FE7F-5B90-5E8D-F16E24D0EA9A}"/>
              </a:ext>
            </a:extLst>
          </p:cNvPr>
          <p:cNvSpPr txBox="1"/>
          <p:nvPr/>
        </p:nvSpPr>
        <p:spPr>
          <a:xfrm>
            <a:off x="1108115" y="2557549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113341C-4AAD-E765-6FE3-8708593754B9}"/>
              </a:ext>
            </a:extLst>
          </p:cNvPr>
          <p:cNvGrpSpPr/>
          <p:nvPr/>
        </p:nvGrpSpPr>
        <p:grpSpPr>
          <a:xfrm>
            <a:off x="3208337" y="2431305"/>
            <a:ext cx="3760505" cy="4299567"/>
            <a:chOff x="2820314" y="1945809"/>
            <a:chExt cx="2820379" cy="322467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B3AEFE-4E6A-01C6-B3D5-CCC5F56F237F}"/>
                </a:ext>
              </a:extLst>
            </p:cNvPr>
            <p:cNvSpPr txBox="1"/>
            <p:nvPr/>
          </p:nvSpPr>
          <p:spPr>
            <a:xfrm>
              <a:off x="2820314" y="1945809"/>
              <a:ext cx="1368879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  ├ 📄</a:t>
              </a:r>
              <a:r>
                <a:rPr lang="en-US" altLang="ko-KR" sz="1067"/>
                <a:t> cnlist.ks</a:t>
              </a:r>
              <a:endParaRPr lang="ko-KR" altLang="en-US" sz="1067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08D6B22F-818D-C6D9-813D-5DD403EE09B1}"/>
                </a:ext>
              </a:extLst>
            </p:cNvPr>
            <p:cNvGrpSpPr/>
            <p:nvPr/>
          </p:nvGrpSpPr>
          <p:grpSpPr>
            <a:xfrm>
              <a:off x="2984578" y="4915740"/>
              <a:ext cx="838199" cy="254744"/>
              <a:chOff x="3048000" y="4343792"/>
              <a:chExt cx="838199" cy="254744"/>
            </a:xfrm>
          </p:grpSpPr>
          <p:sp>
            <p:nvSpPr>
              <p:cNvPr id="37" name="Button">
                <a:extLst>
                  <a:ext uri="{FF2B5EF4-FFF2-40B4-BE49-F238E27FC236}">
                    <a16:creationId xmlns:a16="http://schemas.microsoft.com/office/drawing/2014/main" id="{BCD19802-A72B-33B2-139E-3981512F06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저장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DBF4212-8667-063E-071D-5FC293A976DA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AA9E87ED-2742-1FCC-F8F7-51661239F58B}"/>
                </a:ext>
              </a:extLst>
            </p:cNvPr>
            <p:cNvGrpSpPr/>
            <p:nvPr/>
          </p:nvGrpSpPr>
          <p:grpSpPr>
            <a:xfrm>
              <a:off x="3909862" y="4915738"/>
              <a:ext cx="838199" cy="254744"/>
              <a:chOff x="3048000" y="4343792"/>
              <a:chExt cx="838199" cy="254744"/>
            </a:xfrm>
          </p:grpSpPr>
          <p:sp>
            <p:nvSpPr>
              <p:cNvPr id="40" name="Button">
                <a:extLst>
                  <a:ext uri="{FF2B5EF4-FFF2-40B4-BE49-F238E27FC236}">
                    <a16:creationId xmlns:a16="http://schemas.microsoft.com/office/drawing/2014/main" id="{E8AFAD4A-CA02-04D0-DB07-645DB9BBA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취소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9501DB-AC64-F7A1-7CF7-CB1E0B4275EC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78855622-E329-6B2F-D9A1-775338CA4679}"/>
                </a:ext>
              </a:extLst>
            </p:cNvPr>
            <p:cNvGrpSpPr/>
            <p:nvPr/>
          </p:nvGrpSpPr>
          <p:grpSpPr>
            <a:xfrm>
              <a:off x="4802494" y="4915739"/>
              <a:ext cx="838199" cy="254744"/>
              <a:chOff x="3048000" y="4343792"/>
              <a:chExt cx="838199" cy="254744"/>
            </a:xfrm>
          </p:grpSpPr>
          <p:sp>
            <p:nvSpPr>
              <p:cNvPr id="43" name="Button">
                <a:extLst>
                  <a:ext uri="{FF2B5EF4-FFF2-40B4-BE49-F238E27FC236}">
                    <a16:creationId xmlns:a16="http://schemas.microsoft.com/office/drawing/2014/main" id="{71E1665C-196D-9811-5D42-193ED6D8C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닫기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9DE0940-C717-F7D8-60D4-F5A46661886F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</p:grpSp>
      <p:pic>
        <p:nvPicPr>
          <p:cNvPr id="4" name="그림 3" descr="텍스트, 스크린샷, 디스플레이, 소프트웨어이(가) 표시된 사진">
            <a:extLst>
              <a:ext uri="{FF2B5EF4-FFF2-40B4-BE49-F238E27FC236}">
                <a16:creationId xmlns:a16="http://schemas.microsoft.com/office/drawing/2014/main" id="{CB223921-86AF-651F-2A52-3E90FC3DE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267" y="2685360"/>
            <a:ext cx="3975100" cy="376046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FE2CA2C-25AE-700F-F645-5A084174953D}"/>
              </a:ext>
            </a:extLst>
          </p:cNvPr>
          <p:cNvGraphicFramePr>
            <a:graphicFrameLocks noGrp="1"/>
          </p:cNvGraphicFramePr>
          <p:nvPr/>
        </p:nvGraphicFramePr>
        <p:xfrm>
          <a:off x="8735017" y="574764"/>
          <a:ext cx="3264408" cy="6141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845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7280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52444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목록에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형태소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키워드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만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등록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복합명사 사전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64474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열어서 특정 키워드 찾기 옵션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ㄴ정규 표현식 사용 가능하도록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한글 복합어 띄어쓰기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x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영문 복합어 띄어쓰기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o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예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 FOOD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[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공백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]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GOODS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39147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중복체크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편집 후 저장 확인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빈줄 자동체크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삭제 기능 가능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?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8024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F77D071-505B-2EB8-9811-1EFA1EC7134B}"/>
              </a:ext>
            </a:extLst>
          </p:cNvPr>
          <p:cNvSpPr txBox="1"/>
          <p:nvPr/>
        </p:nvSpPr>
        <p:spPr>
          <a:xfrm>
            <a:off x="327739" y="3933637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02D3B0-BF11-29EC-47FE-54FE90CD124C}"/>
              </a:ext>
            </a:extLst>
          </p:cNvPr>
          <p:cNvSpPr txBox="1"/>
          <p:nvPr/>
        </p:nvSpPr>
        <p:spPr>
          <a:xfrm>
            <a:off x="337662" y="5152403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</p:txBody>
      </p:sp>
    </p:spTree>
    <p:extLst>
      <p:ext uri="{BB962C8B-B14F-4D97-AF65-F5344CB8AC3E}">
        <p14:creationId xmlns:p14="http://schemas.microsoft.com/office/powerpoint/2010/main" val="684971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79F5D-81BF-FB7B-2A2E-F1643AB2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FDAF9FEB-E524-5E11-91B1-B8538D02A9BF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8463602-178B-4EDD-D5A0-E198DF21A9CC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AA1B3440-8096-AE70-AAE6-5600CF244D8A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50D49C-F8E1-7487-DE90-73F7B4E2261D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D94BA43E-F2D7-6883-EF2C-F0D9DA9F3622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45DE310-0441-702B-4CBC-5B601AFA7760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4C2DD31-2B57-A04B-545E-2D2166E1DE4F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EBAA911D-7032-9F22-0049-4D29418AC223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340CEAC-2243-9F8A-7017-3169E9B4B6FD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CABFCC1-065B-F23D-382F-47050F832FBD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C426928E-3B1C-DE49-3EAF-CA3C552F4FA1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BD25281-63CA-B865-9900-667020F08598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BF6530F-AA40-3DD5-1D01-CDAFC51EF488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8E723CE-B109-29B5-F3AF-BB5BDA8D169D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E8D94568-9237-44BA-6064-1A8FFBAB0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796148"/>
              </p:ext>
            </p:extLst>
          </p:nvPr>
        </p:nvGraphicFramePr>
        <p:xfrm>
          <a:off x="8597901" y="589280"/>
          <a:ext cx="3441700" cy="5818607"/>
        </p:xfrm>
        <a:graphic>
          <a:graphicData uri="http://schemas.openxmlformats.org/drawingml/2006/table">
            <a:tbl>
              <a:tblPr firstRow="1" bandRow="1"/>
              <a:tblGrid>
                <a:gridCol w="53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463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63753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161745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HMALL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유사어사전 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-synonym.UTF-8 (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표준 유사어 양식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*.pair (hmall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전용 동의어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유사어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pair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사전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761167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-synonym.UTF-8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 사전 구분자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쉼표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-pair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사전 구분자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공백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5391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</a:br>
                      <a:b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</a:b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 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927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87" name="TextBox 27">
            <a:extLst>
              <a:ext uri="{FF2B5EF4-FFF2-40B4-BE49-F238E27FC236}">
                <a16:creationId xmlns:a16="http://schemas.microsoft.com/office/drawing/2014/main" id="{041B91E3-850B-FF86-949E-FC92FB345A8C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D62010-77F5-FB33-1677-964352186E14}"/>
              </a:ext>
            </a:extLst>
          </p:cNvPr>
          <p:cNvSpPr/>
          <p:nvPr/>
        </p:nvSpPr>
        <p:spPr>
          <a:xfrm>
            <a:off x="119843" y="232587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4C8162BC-ED5F-5256-E3FD-8EB369DAD27C}"/>
              </a:ext>
            </a:extLst>
          </p:cNvPr>
          <p:cNvSpPr/>
          <p:nvPr/>
        </p:nvSpPr>
        <p:spPr>
          <a:xfrm>
            <a:off x="228473" y="2494857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65028F-3668-ACBE-5721-E8CC1219E1BE}"/>
              </a:ext>
            </a:extLst>
          </p:cNvPr>
          <p:cNvSpPr txBox="1"/>
          <p:nvPr/>
        </p:nvSpPr>
        <p:spPr>
          <a:xfrm>
            <a:off x="3241421" y="2749206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편집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85E5AA-2DF8-DFE6-4B20-7BAB90FCC0A8}"/>
              </a:ext>
            </a:extLst>
          </p:cNvPr>
          <p:cNvSpPr txBox="1"/>
          <p:nvPr/>
        </p:nvSpPr>
        <p:spPr>
          <a:xfrm>
            <a:off x="259314" y="1733932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txt_resrc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9EDE83-B9C2-ECB6-C75D-26361372AA03}"/>
              </a:ext>
            </a:extLst>
          </p:cNvPr>
          <p:cNvSpPr txBox="1"/>
          <p:nvPr/>
        </p:nvSpPr>
        <p:spPr>
          <a:xfrm>
            <a:off x="1312791" y="2701178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4FB1529-6BB1-4578-2A02-8637DA958F50}"/>
              </a:ext>
            </a:extLst>
          </p:cNvPr>
          <p:cNvGrpSpPr/>
          <p:nvPr/>
        </p:nvGrpSpPr>
        <p:grpSpPr>
          <a:xfrm>
            <a:off x="3835688" y="2574905"/>
            <a:ext cx="3565616" cy="4131635"/>
            <a:chOff x="2966481" y="2071758"/>
            <a:chExt cx="2674212" cy="309872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AF08C24-9A62-F9C0-4FF3-A436138DE26A}"/>
                </a:ext>
              </a:extLst>
            </p:cNvPr>
            <p:cNvSpPr txBox="1"/>
            <p:nvPr/>
          </p:nvSpPr>
          <p:spPr>
            <a:xfrm>
              <a:off x="2966481" y="2071758"/>
              <a:ext cx="1368879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  ├ 📄</a:t>
              </a:r>
              <a:r>
                <a:rPr lang="en-US" altLang="ko-KR" sz="1067"/>
                <a:t> synonym.UTF-8</a:t>
              </a:r>
              <a:endParaRPr lang="ko-KR" altLang="en-US" sz="1067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4744FB35-7AF2-3914-9C24-B88BF699118C}"/>
                </a:ext>
              </a:extLst>
            </p:cNvPr>
            <p:cNvGrpSpPr/>
            <p:nvPr/>
          </p:nvGrpSpPr>
          <p:grpSpPr>
            <a:xfrm>
              <a:off x="2984578" y="4915740"/>
              <a:ext cx="838199" cy="254744"/>
              <a:chOff x="3048000" y="4343792"/>
              <a:chExt cx="838199" cy="254744"/>
            </a:xfrm>
          </p:grpSpPr>
          <p:sp>
            <p:nvSpPr>
              <p:cNvPr id="37" name="Button">
                <a:extLst>
                  <a:ext uri="{FF2B5EF4-FFF2-40B4-BE49-F238E27FC236}">
                    <a16:creationId xmlns:a16="http://schemas.microsoft.com/office/drawing/2014/main" id="{2F14E2B3-4942-417D-5BF8-A0B90CEC4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저장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88AD30-4F5C-326F-7ED7-00BDDF816AD8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482557F1-9799-BCF4-F585-5371A19CD1C2}"/>
                </a:ext>
              </a:extLst>
            </p:cNvPr>
            <p:cNvGrpSpPr/>
            <p:nvPr/>
          </p:nvGrpSpPr>
          <p:grpSpPr>
            <a:xfrm>
              <a:off x="3909862" y="4915738"/>
              <a:ext cx="838199" cy="254744"/>
              <a:chOff x="3048000" y="4343792"/>
              <a:chExt cx="838199" cy="254744"/>
            </a:xfrm>
          </p:grpSpPr>
          <p:sp>
            <p:nvSpPr>
              <p:cNvPr id="40" name="Button">
                <a:extLst>
                  <a:ext uri="{FF2B5EF4-FFF2-40B4-BE49-F238E27FC236}">
                    <a16:creationId xmlns:a16="http://schemas.microsoft.com/office/drawing/2014/main" id="{96998BF1-EE72-B2C8-DFA8-901DDF9D2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취소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93E516-10FE-B0C3-AB10-0E4975F2E4B5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1A84DC57-2078-0BD9-1CCE-3A639BF83EC4}"/>
                </a:ext>
              </a:extLst>
            </p:cNvPr>
            <p:cNvGrpSpPr/>
            <p:nvPr/>
          </p:nvGrpSpPr>
          <p:grpSpPr>
            <a:xfrm>
              <a:off x="4802494" y="4915739"/>
              <a:ext cx="838199" cy="254744"/>
              <a:chOff x="3048000" y="4343792"/>
              <a:chExt cx="838199" cy="254744"/>
            </a:xfrm>
          </p:grpSpPr>
          <p:sp>
            <p:nvSpPr>
              <p:cNvPr id="43" name="Button">
                <a:extLst>
                  <a:ext uri="{FF2B5EF4-FFF2-40B4-BE49-F238E27FC236}">
                    <a16:creationId xmlns:a16="http://schemas.microsoft.com/office/drawing/2014/main" id="{C29C1136-EBB1-FC58-AA1F-9E13A1E1F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2171" y="4396823"/>
                <a:ext cx="664028" cy="201713"/>
              </a:xfrm>
              <a:prstGeom prst="roundRect">
                <a:avLst>
                  <a:gd name="adj" fmla="val 8776"/>
                </a:avLst>
              </a:prstGeom>
              <a:noFill/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067" b="1">
                    <a:solidFill>
                      <a:schemeClr val="tx1"/>
                    </a:solidFill>
                    <a:latin typeface="+mj-ea"/>
                  </a:rPr>
                  <a:t>닫기</a:t>
                </a:r>
                <a:endParaRPr lang="ko-KR" altLang="en-US" sz="1067" b="1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C978FEA-9883-53C6-3CA6-13A74C4DA97C}"/>
                  </a:ext>
                </a:extLst>
              </p:cNvPr>
              <p:cNvSpPr txBox="1"/>
              <p:nvPr/>
            </p:nvSpPr>
            <p:spPr>
              <a:xfrm>
                <a:off x="3048000" y="4343792"/>
                <a:ext cx="348343" cy="19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67"/>
                  <a:t>🗂</a:t>
                </a: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3B14A73-5250-E355-6167-DB95DFAB60F7}"/>
              </a:ext>
            </a:extLst>
          </p:cNvPr>
          <p:cNvSpPr txBox="1"/>
          <p:nvPr/>
        </p:nvSpPr>
        <p:spPr>
          <a:xfrm>
            <a:off x="1813725" y="2637121"/>
            <a:ext cx="2192968" cy="1406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📁 </a:t>
            </a:r>
            <a:r>
              <a:rPr lang="en-US" altLang="ko-KR" sz="1067"/>
              <a:t>synonym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📄</a:t>
            </a:r>
            <a:r>
              <a:rPr lang="en-US" altLang="ko-KR" sz="1067"/>
              <a:t> synonym.UTF-8</a:t>
            </a:r>
            <a:endParaRPr lang="ko-KR" altLang="en-US" sz="1067"/>
          </a:p>
          <a:p>
            <a:r>
              <a:rPr lang="ko-KR" altLang="en-US" sz="1067"/>
              <a:t>    ├ 📄</a:t>
            </a:r>
            <a:r>
              <a:rPr lang="en-US" altLang="ko-KR" sz="1067"/>
              <a:t> eng_eng.pair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eng_kor.pair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kor_kor.pair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meaning.pair</a:t>
            </a:r>
            <a:endParaRPr lang="ko-KR" altLang="en-US" sz="1067"/>
          </a:p>
          <a:p>
            <a:r>
              <a:rPr lang="ko-KR" altLang="en-US" sz="1067"/>
              <a:t>     └  📄 </a:t>
            </a:r>
            <a:r>
              <a:rPr lang="en-US" altLang="ko-KR" sz="1067"/>
              <a:t>hypernym_hyponym.pair</a:t>
            </a:r>
            <a:endParaRPr lang="ko-KR" altLang="en-US" sz="1067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AA2027C-E78C-5F65-8205-3EF12F5FC2DF}"/>
              </a:ext>
            </a:extLst>
          </p:cNvPr>
          <p:cNvGraphicFramePr>
            <a:graphicFrameLocks noGrp="1"/>
          </p:cNvGraphicFramePr>
          <p:nvPr/>
        </p:nvGraphicFramePr>
        <p:xfrm>
          <a:off x="4031936" y="2855685"/>
          <a:ext cx="3962901" cy="35658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2901">
                  <a:extLst>
                    <a:ext uri="{9D8B030D-6E8A-4147-A177-3AD203B41FA5}">
                      <a16:colId xmlns:a16="http://schemas.microsoft.com/office/drawing/2014/main" val="1317620532"/>
                    </a:ext>
                  </a:extLst>
                </a:gridCol>
              </a:tblGrid>
              <a:tr h="35658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1300K,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천삼백케이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,1300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케이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1300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케이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,1300K,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천삼백케이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1318,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일삼일팔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134MM,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일삼사엠엠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135MM,135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미리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,135MM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13651,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일삼육오일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137DEGREES,137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디그리스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,137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디그리즈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디그리스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,137DEGREES,137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디그리즈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디그리즈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,137DEGREES,137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디그리스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1394CABLE,1394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케이블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1394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케이블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,1394CABLE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13BRIX,13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브릭스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13L,13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리터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13MONTH,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써틴먼스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서틴먼스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리터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,13L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13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브릭스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,13BRIX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1400MITTERTEICH,1400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미터타이히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1400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미터타이히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,1400MITTERTEICH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140SPOON,140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스푼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140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스푼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,140SPOON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74822757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85748AC-79E3-F122-5D59-BAC017356ADB}"/>
              </a:ext>
            </a:extLst>
          </p:cNvPr>
          <p:cNvSpPr txBox="1"/>
          <p:nvPr/>
        </p:nvSpPr>
        <p:spPr>
          <a:xfrm>
            <a:off x="327739" y="3933637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229F7-917E-EF59-36A2-5C7EB5D80847}"/>
              </a:ext>
            </a:extLst>
          </p:cNvPr>
          <p:cNvSpPr txBox="1"/>
          <p:nvPr/>
        </p:nvSpPr>
        <p:spPr>
          <a:xfrm>
            <a:off x="337662" y="5152403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</p:txBody>
      </p:sp>
    </p:spTree>
    <p:extLst>
      <p:ext uri="{BB962C8B-B14F-4D97-AF65-F5344CB8AC3E}">
        <p14:creationId xmlns:p14="http://schemas.microsoft.com/office/powerpoint/2010/main" val="1123692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F502B-467A-BC83-1A28-E7CC6CF86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7DAE5FC0-9FEC-4506-33C5-E743D643A108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9260F3E-FC17-580D-C36F-CC2F43355FD5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D259305E-3D17-11E8-4DAB-AFA1BCAF2949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DDCA2C-F904-99E0-6D63-7B28B6B0444C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B3D2988-C98E-2784-6A76-7B5D98495CAF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47BABB1-4A32-3DB3-A5D4-850B24F5B8F0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E014741-6058-736E-DEFC-59789C5113EC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8DADB27-298D-2109-9296-F255BDE93D1A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222F25E-50AE-BD1C-4EA4-4CDA05146D69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E0D7810-7809-F828-3904-3B87233D4454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E78E277-7524-FD2C-DF2A-01AA3780640D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A91E9F94-0500-847E-6076-B9C6080235E9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6784E9C-1873-3C1E-F13C-3AD5A2B3655C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BD089A9-E8DA-C58F-B21C-E0C30929ADA3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2B429D3D-9C4E-666D-D9CC-D8B00CC2F028}"/>
              </a:ext>
            </a:extLst>
          </p:cNvPr>
          <p:cNvGraphicFramePr>
            <a:graphicFrameLocks noGrp="1"/>
          </p:cNvGraphicFramePr>
          <p:nvPr/>
        </p:nvGraphicFramePr>
        <p:xfrm>
          <a:off x="8597901" y="589280"/>
          <a:ext cx="3441700" cy="5824034"/>
        </p:xfrm>
        <a:graphic>
          <a:graphicData uri="http://schemas.openxmlformats.org/drawingml/2006/table">
            <a:tbl>
              <a:tblPr firstRow="1" bandRow="1"/>
              <a:tblGrid>
                <a:gridCol w="53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463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63753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161745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해당 도메인의 카테고리 사전 관리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761167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사전 파일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: dcat, delcat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카테고리 사전 내 복합명사 목록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: cate_comp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5391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사전 편집창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: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키워드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[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탭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]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숫자코드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[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파이프라인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+mn-ea"/>
                          <a:ea typeface="+mn-ea"/>
                          <a:cs typeface="Tahoma" pitchFamily="34" charset="0"/>
                        </a:rPr>
                        <a:t>]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숫자코드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사전 구분자 에러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alert?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중복 키워드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alert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인코딩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alert </a:t>
                      </a:r>
                      <a:b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</a:br>
                      <a:b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</a:b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 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927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87" name="TextBox 27">
            <a:extLst>
              <a:ext uri="{FF2B5EF4-FFF2-40B4-BE49-F238E27FC236}">
                <a16:creationId xmlns:a16="http://schemas.microsoft.com/office/drawing/2014/main" id="{266EE253-3DC7-F66F-1467-6CEC23B2B0AA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B4F3C0-B65F-837B-7546-F82C54C22040}"/>
              </a:ext>
            </a:extLst>
          </p:cNvPr>
          <p:cNvSpPr/>
          <p:nvPr/>
        </p:nvSpPr>
        <p:spPr>
          <a:xfrm>
            <a:off x="119843" y="232587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E3C1DEA6-7A8B-2B84-3ECB-DA68EE5EE04F}"/>
              </a:ext>
            </a:extLst>
          </p:cNvPr>
          <p:cNvSpPr/>
          <p:nvPr/>
        </p:nvSpPr>
        <p:spPr>
          <a:xfrm>
            <a:off x="228473" y="2494857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DA2812-CD82-2DE8-B0C6-BC44E4972C8F}"/>
              </a:ext>
            </a:extLst>
          </p:cNvPr>
          <p:cNvSpPr txBox="1"/>
          <p:nvPr/>
        </p:nvSpPr>
        <p:spPr>
          <a:xfrm>
            <a:off x="2637522" y="2766442"/>
            <a:ext cx="635385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편집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6E49EC-4A87-D198-7786-CD60F01EDCEE}"/>
              </a:ext>
            </a:extLst>
          </p:cNvPr>
          <p:cNvSpPr txBox="1"/>
          <p:nvPr/>
        </p:nvSpPr>
        <p:spPr>
          <a:xfrm>
            <a:off x="259314" y="1733932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txt_resrc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9EEC3-014A-1E20-8885-BC93F8221A9A}"/>
              </a:ext>
            </a:extLst>
          </p:cNvPr>
          <p:cNvSpPr txBox="1"/>
          <p:nvPr/>
        </p:nvSpPr>
        <p:spPr>
          <a:xfrm>
            <a:off x="1813725" y="2637120"/>
            <a:ext cx="1608601" cy="749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📁 </a:t>
            </a:r>
            <a:r>
              <a:rPr lang="en-US" altLang="ko-KR" sz="1067"/>
              <a:t>category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📄</a:t>
            </a:r>
            <a:r>
              <a:rPr lang="en-US" altLang="ko-KR" sz="1067"/>
              <a:t> dcat</a:t>
            </a:r>
            <a:endParaRPr lang="ko-KR" altLang="en-US" sz="1067"/>
          </a:p>
          <a:p>
            <a:r>
              <a:rPr lang="ko-KR" altLang="en-US" sz="1067"/>
              <a:t>    ├ 📄</a:t>
            </a:r>
            <a:r>
              <a:rPr lang="en-US" altLang="ko-KR" sz="1067"/>
              <a:t> delcat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cate_comp</a:t>
            </a:r>
            <a:endParaRPr lang="ko-KR" altLang="en-US" sz="106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96884-973D-12C3-1C18-956145201D16}"/>
              </a:ext>
            </a:extLst>
          </p:cNvPr>
          <p:cNvSpPr txBox="1"/>
          <p:nvPr/>
        </p:nvSpPr>
        <p:spPr>
          <a:xfrm>
            <a:off x="327739" y="3933637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C6972-FC4A-7E70-930F-03822FBE45CD}"/>
              </a:ext>
            </a:extLst>
          </p:cNvPr>
          <p:cNvSpPr txBox="1"/>
          <p:nvPr/>
        </p:nvSpPr>
        <p:spPr>
          <a:xfrm>
            <a:off x="337662" y="5152403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DF772-9336-3848-F999-A38537DD1FD1}"/>
              </a:ext>
            </a:extLst>
          </p:cNvPr>
          <p:cNvSpPr txBox="1"/>
          <p:nvPr/>
        </p:nvSpPr>
        <p:spPr>
          <a:xfrm>
            <a:off x="1312791" y="2877025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BB8D65B-D91B-674E-EFE0-49DB12C6D3A2}"/>
              </a:ext>
            </a:extLst>
          </p:cNvPr>
          <p:cNvGraphicFramePr>
            <a:graphicFrameLocks noGrp="1"/>
          </p:cNvGraphicFramePr>
          <p:nvPr/>
        </p:nvGraphicFramePr>
        <p:xfrm>
          <a:off x="3669072" y="2855685"/>
          <a:ext cx="3962901" cy="3700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2901">
                  <a:extLst>
                    <a:ext uri="{9D8B030D-6E8A-4147-A177-3AD203B41FA5}">
                      <a16:colId xmlns:a16="http://schemas.microsoft.com/office/drawing/2014/main" val="1317620532"/>
                    </a:ext>
                  </a:extLst>
                </a:gridCol>
              </a:tblGrid>
              <a:tr h="35890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24K     9077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AGE20S  1011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AHC     1011|494969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BCBG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코트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325142|2731749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DKNY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골프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2731169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K2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패딩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784414|807704|1537452|887921|807830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KF94    241034|2296260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LA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갈비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787747|794626|955275|794892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LGTV    1822453|1246519|2731259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LG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건조기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1424557|2147788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LG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냉장고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2731230|1822449|2339564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MBP     2731730|663003|787751|2731199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MLB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모자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2731302|327698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NNF     1009|235027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SJYP    325053|1009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SK2     3149|2731159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TS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마스크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2726047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TS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샴푸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2731160|411155|251467|2726043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TV      1822453|1246519|2052382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USPA    806533|2731165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가방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235598|1535951|327344|1370954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가버부츠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2731293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748227575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F179DE-F968-B480-DCC2-BD090B4CFD38}"/>
              </a:ext>
            </a:extLst>
          </p:cNvPr>
          <p:cNvGrpSpPr/>
          <p:nvPr/>
        </p:nvGrpSpPr>
        <p:grpSpPr>
          <a:xfrm>
            <a:off x="3519609" y="6398696"/>
            <a:ext cx="1117599" cy="339659"/>
            <a:chOff x="3048000" y="4343792"/>
            <a:chExt cx="838199" cy="254744"/>
          </a:xfrm>
        </p:grpSpPr>
        <p:sp>
          <p:nvSpPr>
            <p:cNvPr id="26" name="Button">
              <a:extLst>
                <a:ext uri="{FF2B5EF4-FFF2-40B4-BE49-F238E27FC236}">
                  <a16:creationId xmlns:a16="http://schemas.microsoft.com/office/drawing/2014/main" id="{D7B5193C-7619-D15A-9EA6-180ACE498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저장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647A87-7CB2-01B5-82C2-A909F1FE559C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56AA29D-BDCD-8210-A192-5E7828AA6598}"/>
              </a:ext>
            </a:extLst>
          </p:cNvPr>
          <p:cNvGrpSpPr/>
          <p:nvPr/>
        </p:nvGrpSpPr>
        <p:grpSpPr>
          <a:xfrm>
            <a:off x="4753321" y="6398693"/>
            <a:ext cx="1117599" cy="339659"/>
            <a:chOff x="3048000" y="4343792"/>
            <a:chExt cx="838199" cy="254744"/>
          </a:xfrm>
        </p:grpSpPr>
        <p:sp>
          <p:nvSpPr>
            <p:cNvPr id="35" name="Button">
              <a:extLst>
                <a:ext uri="{FF2B5EF4-FFF2-40B4-BE49-F238E27FC236}">
                  <a16:creationId xmlns:a16="http://schemas.microsoft.com/office/drawing/2014/main" id="{41FC13A2-42EB-3B19-CC4B-FC1A7CEB1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취소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5C68E99-6FEF-42BD-80E5-1774B331AFB7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9257AAE4-295C-E403-85FB-2ACFF77C04BA}"/>
              </a:ext>
            </a:extLst>
          </p:cNvPr>
          <p:cNvGrpSpPr/>
          <p:nvPr/>
        </p:nvGrpSpPr>
        <p:grpSpPr>
          <a:xfrm>
            <a:off x="5943497" y="6398695"/>
            <a:ext cx="1117599" cy="339659"/>
            <a:chOff x="3048000" y="4343792"/>
            <a:chExt cx="838199" cy="254744"/>
          </a:xfrm>
        </p:grpSpPr>
        <p:sp>
          <p:nvSpPr>
            <p:cNvPr id="48" name="Button">
              <a:extLst>
                <a:ext uri="{FF2B5EF4-FFF2-40B4-BE49-F238E27FC236}">
                  <a16:creationId xmlns:a16="http://schemas.microsoft.com/office/drawing/2014/main" id="{885AF9C2-9A1F-789B-448D-C84B01280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닫기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1CB3618-CC4B-5333-AA6D-0EDB91CF452B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E09D727-1EF9-5365-1290-5DBA99C363C3}"/>
              </a:ext>
            </a:extLst>
          </p:cNvPr>
          <p:cNvSpPr txBox="1"/>
          <p:nvPr/>
        </p:nvSpPr>
        <p:spPr>
          <a:xfrm>
            <a:off x="3411614" y="2574905"/>
            <a:ext cx="1825172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  ├ 📄</a:t>
            </a:r>
            <a:r>
              <a:rPr lang="en-US" altLang="ko-KR" sz="1067"/>
              <a:t> dcat</a:t>
            </a:r>
            <a:endParaRPr lang="ko-KR" altLang="en-US" sz="1067"/>
          </a:p>
        </p:txBody>
      </p:sp>
    </p:spTree>
    <p:extLst>
      <p:ext uri="{BB962C8B-B14F-4D97-AF65-F5344CB8AC3E}">
        <p14:creationId xmlns:p14="http://schemas.microsoft.com/office/powerpoint/2010/main" val="4217972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1C172-D91E-6B2C-179C-8C989066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B6F5D89A-0E36-1630-B3AD-FCD7428A6662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9704740-53A5-E3CD-5F81-CFD98B81AC6D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2835F7E6-4A28-7B05-F1FF-71F5CA2A899B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25D1DC-DB6B-C8F9-A22A-29A902DE0342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03ED6784-D72C-3B4C-1B13-0EBC82B47960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EEC5751-0592-5A36-C1B7-D0E9D51E4A26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645A9729-7A95-069A-5A04-92C9F81370FC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43758A1-D381-E825-5DC3-7302C205B810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ED99BDC-30C1-15E5-5139-9E4F99601740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05F3706-05BB-3BCB-56CF-E87307AA9AB9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2F3C0D4-168E-0F2F-1E0C-BAE2BDAA3473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935B9FA-DF09-E890-AF21-92E78D7572F9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3E894CC-1987-ADCB-9E9A-DA05890E595D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B11105F-4769-6160-6A27-BD106C6F528B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85499CBB-7CD2-08B2-E6C9-B5E7712F1C82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1C87F8-C20C-E247-1548-41EA0E019AA2}"/>
              </a:ext>
            </a:extLst>
          </p:cNvPr>
          <p:cNvSpPr/>
          <p:nvPr/>
        </p:nvSpPr>
        <p:spPr>
          <a:xfrm>
            <a:off x="119843" y="232587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57DE066B-824A-F8BC-F245-28636D10BA9F}"/>
              </a:ext>
            </a:extLst>
          </p:cNvPr>
          <p:cNvSpPr/>
          <p:nvPr/>
        </p:nvSpPr>
        <p:spPr>
          <a:xfrm>
            <a:off x="228473" y="2494857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CBD13C-0F78-3A4A-717E-F2A89B2183D1}"/>
              </a:ext>
            </a:extLst>
          </p:cNvPr>
          <p:cNvSpPr txBox="1"/>
          <p:nvPr/>
        </p:nvSpPr>
        <p:spPr>
          <a:xfrm>
            <a:off x="259314" y="1733932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txt_resrc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64C21-EADA-6C18-65E1-AC612D658560}"/>
              </a:ext>
            </a:extLst>
          </p:cNvPr>
          <p:cNvSpPr txBox="1"/>
          <p:nvPr/>
        </p:nvSpPr>
        <p:spPr>
          <a:xfrm>
            <a:off x="327739" y="3933637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E9264D-E9EC-A673-E359-C03901571E07}"/>
              </a:ext>
            </a:extLst>
          </p:cNvPr>
          <p:cNvSpPr txBox="1"/>
          <p:nvPr/>
        </p:nvSpPr>
        <p:spPr>
          <a:xfrm>
            <a:off x="337662" y="5152403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7B34DC-1C9C-E6E1-51A3-121D9DC52204}"/>
              </a:ext>
            </a:extLst>
          </p:cNvPr>
          <p:cNvSpPr txBox="1"/>
          <p:nvPr/>
        </p:nvSpPr>
        <p:spPr>
          <a:xfrm>
            <a:off x="858560" y="3914487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DC660EB-F1A5-7975-2E70-E02CE782FA39}"/>
              </a:ext>
            </a:extLst>
          </p:cNvPr>
          <p:cNvGrpSpPr/>
          <p:nvPr/>
        </p:nvGrpSpPr>
        <p:grpSpPr>
          <a:xfrm>
            <a:off x="4982649" y="6459305"/>
            <a:ext cx="1117599" cy="339659"/>
            <a:chOff x="3048000" y="4343792"/>
            <a:chExt cx="838199" cy="254744"/>
          </a:xfrm>
        </p:grpSpPr>
        <p:sp>
          <p:nvSpPr>
            <p:cNvPr id="14" name="Button">
              <a:extLst>
                <a:ext uri="{FF2B5EF4-FFF2-40B4-BE49-F238E27FC236}">
                  <a16:creationId xmlns:a16="http://schemas.microsoft.com/office/drawing/2014/main" id="{FBF0C71B-2EA4-01E7-1685-757AB7C72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취소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DD4DF4-0A94-571C-E986-0E71479A7772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9E10AD3-EE58-A6E6-2B0B-5264A7DC8AEB}"/>
              </a:ext>
            </a:extLst>
          </p:cNvPr>
          <p:cNvGrpSpPr/>
          <p:nvPr/>
        </p:nvGrpSpPr>
        <p:grpSpPr>
          <a:xfrm>
            <a:off x="6172825" y="6459307"/>
            <a:ext cx="1117599" cy="339659"/>
            <a:chOff x="3048000" y="4343792"/>
            <a:chExt cx="838199" cy="254744"/>
          </a:xfrm>
        </p:grpSpPr>
        <p:sp>
          <p:nvSpPr>
            <p:cNvPr id="27" name="Button">
              <a:extLst>
                <a:ext uri="{FF2B5EF4-FFF2-40B4-BE49-F238E27FC236}">
                  <a16:creationId xmlns:a16="http://schemas.microsoft.com/office/drawing/2014/main" id="{64996363-1ABA-C720-BE25-33C0A7887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닫기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F8E5EC6-1B45-DB6D-D043-B205715FF580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FA5A8658-A6C5-C9D6-E5FF-CA52587131AF}"/>
              </a:ext>
            </a:extLst>
          </p:cNvPr>
          <p:cNvGraphicFramePr>
            <a:graphicFrameLocks noGrp="1"/>
          </p:cNvGraphicFramePr>
          <p:nvPr/>
        </p:nvGraphicFramePr>
        <p:xfrm>
          <a:off x="3785079" y="2713014"/>
          <a:ext cx="3962901" cy="3780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2901">
                  <a:extLst>
                    <a:ext uri="{9D8B030D-6E8A-4147-A177-3AD203B41FA5}">
                      <a16:colId xmlns:a16="http://schemas.microsoft.com/office/drawing/2014/main" val="1317620532"/>
                    </a:ext>
                  </a:extLst>
                </a:gridCol>
              </a:tblGrid>
              <a:tr h="37804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cit_1.5.dcd        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fpartpredic_1.5.dcd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lbigpredic_core_1.5.dcd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lsdic_core_1.5.dcd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cnlist_1.5.dcd     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fpostdic_1.5.dcd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lcndic_1.5.dcd     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SymbolMap_1.5.dcd          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fpredic_1.5.dcd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lpartpredic_1.5.dcd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tag_1.5.dcd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fbigpredic_1.5.dcd 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fsdic_1.5.dcd 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lpostdic_1.5.dcd   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udic_1.5.dcd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fbigpredic_core_1.5.dcd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fsdic_core_1.5.dcd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lpredic_1.5.dcd    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udic_core_1.5.dcd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fcndic_1.5.dcd        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lbigpredic_1.5.dcd 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lsdic_1.5.dcd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748227575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991779AE-F2B2-7EBF-3ECA-D4998A7C2820}"/>
              </a:ext>
            </a:extLst>
          </p:cNvPr>
          <p:cNvSpPr txBox="1"/>
          <p:nvPr/>
        </p:nvSpPr>
        <p:spPr>
          <a:xfrm>
            <a:off x="4246270" y="2386707"/>
            <a:ext cx="2645513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텍스트사전 컴파일 후 생성되는 </a:t>
            </a:r>
            <a:r>
              <a:rPr lang="en-US" altLang="ko-KR" sz="1067">
                <a:highlight>
                  <a:srgbClr val="00FF00"/>
                </a:highlight>
              </a:rPr>
              <a:t>dcd </a:t>
            </a:r>
            <a:r>
              <a:rPr lang="ko-KR" altLang="en-US" sz="1067">
                <a:highlight>
                  <a:srgbClr val="00FF00"/>
                </a:highlight>
              </a:rPr>
              <a:t>사전</a:t>
            </a:r>
            <a:r>
              <a:rPr lang="en-US" altLang="ko-KR" sz="1067">
                <a:highlight>
                  <a:srgbClr val="00FF00"/>
                </a:highlight>
              </a:rPr>
              <a:t> </a:t>
            </a:r>
            <a:r>
              <a:rPr lang="ko-KR" altLang="en-US" sz="1067">
                <a:highlight>
                  <a:srgbClr val="00FF00"/>
                </a:highlight>
              </a:rPr>
              <a:t> </a:t>
            </a:r>
            <a:r>
              <a:rPr lang="en-US" altLang="ko-KR" sz="1067">
                <a:highlight>
                  <a:srgbClr val="00FF00"/>
                </a:highlight>
              </a:rPr>
              <a:t>   </a:t>
            </a:r>
            <a:r>
              <a:rPr lang="ko-KR" altLang="en-US" sz="1067">
                <a:highlight>
                  <a:srgbClr val="00FF00"/>
                </a:highlight>
              </a:rPr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48D10E-AEF8-BF97-FB12-98E8053D19A6}"/>
              </a:ext>
            </a:extLst>
          </p:cNvPr>
          <p:cNvSpPr txBox="1"/>
          <p:nvPr/>
        </p:nvSpPr>
        <p:spPr>
          <a:xfrm>
            <a:off x="3540370" y="2385604"/>
            <a:ext cx="1031631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├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en-US" altLang="ko-KR" sz="1067"/>
              <a:t>  data</a:t>
            </a:r>
            <a:endParaRPr lang="ko-KR" altLang="en-US" sz="1067"/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4A9AC2E5-3EF8-F8B9-AE11-70600B092701}"/>
              </a:ext>
            </a:extLst>
          </p:cNvPr>
          <p:cNvGraphicFramePr>
            <a:graphicFrameLocks noGrp="1"/>
          </p:cNvGraphicFramePr>
          <p:nvPr/>
        </p:nvGraphicFramePr>
        <p:xfrm>
          <a:off x="8735017" y="589042"/>
          <a:ext cx="3264408" cy="6141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845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7280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52444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>
                          <a:highlight>
                            <a:srgbClr val="00FF00"/>
                          </a:highlight>
                        </a:rPr>
                        <a:t>텍스트사전 컴파일 후 생성되는 </a:t>
                      </a:r>
                      <a:r>
                        <a:rPr lang="en-US" altLang="ko-KR" sz="1100">
                          <a:highlight>
                            <a:srgbClr val="00FF00"/>
                          </a:highlight>
                        </a:rPr>
                        <a:t>dcd </a:t>
                      </a:r>
                      <a:r>
                        <a:rPr lang="ko-KR" altLang="en-US" sz="1100">
                          <a:highlight>
                            <a:srgbClr val="00FF00"/>
                          </a:highlight>
                        </a:rPr>
                        <a:t>사전</a:t>
                      </a:r>
                      <a:r>
                        <a:rPr lang="en-US" altLang="ko-KR" sz="1100">
                          <a:highlight>
                            <a:srgbClr val="00FF00"/>
                          </a:highlight>
                        </a:rPr>
                        <a:t> </a:t>
                      </a:r>
                      <a:r>
                        <a:rPr lang="ko-KR" altLang="en-US" sz="1100">
                          <a:highlight>
                            <a:srgbClr val="00FF00"/>
                          </a:highlight>
                        </a:rPr>
                        <a:t> </a:t>
                      </a:r>
                      <a:r>
                        <a:rPr lang="en-US" altLang="ko-KR" sz="1100">
                          <a:highlight>
                            <a:srgbClr val="00FF00"/>
                          </a:highlight>
                        </a:rPr>
                        <a:t>   </a:t>
                      </a:r>
                      <a:r>
                        <a:rPr lang="ko-KR" altLang="en-US" sz="1100">
                          <a:highlight>
                            <a:srgbClr val="00FF00"/>
                          </a:highlight>
                        </a:rPr>
                        <a:t> 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64474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지식사전 구축 후 고객사 사전전달시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txtresrc(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텍스트 사전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 아니라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 컴파일 완료 후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data/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디렉터리를 그대로 압축하여 전달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관리도구 개편 후 사전전달 방식 변경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: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11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사전전달용 특정 디렉터리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생성 후 공유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39147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기본 기능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dcd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내보내기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또는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복사하기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메뉴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로컬 다운로드 또는 특정 경로로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….)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8024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785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8EE3D-B5F0-6E20-9171-1E5130B7C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7B2A00FF-8CBD-6E93-0B54-0408A642D74F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C3958E8-B17B-C008-6E3F-6F69865E08B1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6343EA40-CE42-EEE2-8CB9-C2C4FF9C93D7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B811B6-0780-5D56-906F-231C0051A928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85A2979B-2688-9873-CF4C-A307E3E61E4A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9C5D7B8-4FB0-31EC-1EFC-07EBEC45E0EB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B404FF3-81B7-FA6A-28B7-2F486A52C1AC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DE3B0AE2-F4AF-1FB4-E252-3D4943FD8263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90A3C9D0-119F-1025-7ED5-C99E98BA14B1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37078615-4F89-2599-DF77-9BA18FA201F7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4CF4B1E-C905-234D-67AB-308D750F132A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E005ECCE-E64E-A164-C734-C2E16EB53970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36DCB9B1-F669-35F9-E399-BC5AEA761DA1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062F93C-EF09-1625-6212-97CC11C9B4CC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194A7305-3D36-0CFF-EEB5-87EAA12AE577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E33F34-D2FD-A184-4173-9E41960FC14D}"/>
              </a:ext>
            </a:extLst>
          </p:cNvPr>
          <p:cNvSpPr/>
          <p:nvPr/>
        </p:nvSpPr>
        <p:spPr>
          <a:xfrm>
            <a:off x="119843" y="232587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6C444266-D3D6-91DB-DECE-CA33576CBB7E}"/>
              </a:ext>
            </a:extLst>
          </p:cNvPr>
          <p:cNvSpPr/>
          <p:nvPr/>
        </p:nvSpPr>
        <p:spPr>
          <a:xfrm>
            <a:off x="228473" y="2494857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7D6B7B-FF44-67D8-2F73-8D589DB5209D}"/>
              </a:ext>
            </a:extLst>
          </p:cNvPr>
          <p:cNvSpPr txBox="1"/>
          <p:nvPr/>
        </p:nvSpPr>
        <p:spPr>
          <a:xfrm>
            <a:off x="259314" y="1733932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txt_resrc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10039-11E7-9F35-FAEF-40BB88F962EA}"/>
              </a:ext>
            </a:extLst>
          </p:cNvPr>
          <p:cNvSpPr txBox="1"/>
          <p:nvPr/>
        </p:nvSpPr>
        <p:spPr>
          <a:xfrm>
            <a:off x="327739" y="3452991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61E1D8A-BABC-1BEB-0F6D-81714A9AA4E4}"/>
              </a:ext>
            </a:extLst>
          </p:cNvPr>
          <p:cNvGrpSpPr/>
          <p:nvPr/>
        </p:nvGrpSpPr>
        <p:grpSpPr>
          <a:xfrm>
            <a:off x="4220649" y="6095888"/>
            <a:ext cx="1117599" cy="339659"/>
            <a:chOff x="3048000" y="4343792"/>
            <a:chExt cx="838199" cy="254744"/>
          </a:xfrm>
        </p:grpSpPr>
        <p:sp>
          <p:nvSpPr>
            <p:cNvPr id="14" name="Button">
              <a:extLst>
                <a:ext uri="{FF2B5EF4-FFF2-40B4-BE49-F238E27FC236}">
                  <a16:creationId xmlns:a16="http://schemas.microsoft.com/office/drawing/2014/main" id="{02F35BAE-040B-16C3-0E6E-953DCCB2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취소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F94161-A3FE-E2E7-5CC7-7F56EC748ABC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9BF4226-A346-6D6C-4715-2351822643B0}"/>
              </a:ext>
            </a:extLst>
          </p:cNvPr>
          <p:cNvGrpSpPr/>
          <p:nvPr/>
        </p:nvGrpSpPr>
        <p:grpSpPr>
          <a:xfrm>
            <a:off x="5410825" y="6095889"/>
            <a:ext cx="1117599" cy="339659"/>
            <a:chOff x="3048000" y="4343792"/>
            <a:chExt cx="838199" cy="254744"/>
          </a:xfrm>
        </p:grpSpPr>
        <p:sp>
          <p:nvSpPr>
            <p:cNvPr id="27" name="Button">
              <a:extLst>
                <a:ext uri="{FF2B5EF4-FFF2-40B4-BE49-F238E27FC236}">
                  <a16:creationId xmlns:a16="http://schemas.microsoft.com/office/drawing/2014/main" id="{A19719A9-C2A0-7CFA-9072-885AFA289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닫기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AE60689-6C57-C5B6-9899-0A90C72C74AC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2C11D98-AD38-9B6B-167B-2DEC7DD9A118}"/>
              </a:ext>
            </a:extLst>
          </p:cNvPr>
          <p:cNvSpPr txBox="1"/>
          <p:nvPr/>
        </p:nvSpPr>
        <p:spPr>
          <a:xfrm>
            <a:off x="327739" y="4220917"/>
            <a:ext cx="2778877" cy="1406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com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META-INF</a:t>
            </a:r>
            <a:endParaRPr lang="ko-KR" altLang="en-US" sz="1067"/>
          </a:p>
          <a:p>
            <a:r>
              <a:rPr lang="ko-KR" altLang="en-US" sz="1067"/>
              <a:t>               ├ 📄 </a:t>
            </a:r>
            <a:r>
              <a:rPr lang="en-US" altLang="ko-KR" sz="1067"/>
              <a:t>MANIFEST.MF</a:t>
            </a:r>
            <a:r>
              <a:rPr lang="ko-KR" altLang="en-US" sz="1067"/>
              <a:t>    </a:t>
            </a:r>
            <a:endParaRPr lang="en-US" altLang="ko-KR" sz="1067"/>
          </a:p>
          <a:p>
            <a:r>
              <a:rPr lang="en-US" altLang="ko-KR" sz="1067"/>
              <a:t>    </a:t>
            </a:r>
            <a:r>
              <a:rPr lang="ko-KR" altLang="en-US" sz="1067"/>
              <a:t>├ 📁 </a:t>
            </a:r>
            <a:r>
              <a:rPr lang="en-US" altLang="ko-KR" sz="1067"/>
              <a:t>test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dqdic-1.0.3.jar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jiana1.5.jar</a:t>
            </a:r>
            <a:endParaRPr lang="ko-KR" altLang="en-US" sz="1067"/>
          </a:p>
          <a:p>
            <a:r>
              <a:rPr lang="ko-KR" altLang="en-US" sz="1067"/>
              <a:t>     └  📄 </a:t>
            </a:r>
            <a:r>
              <a:rPr lang="en-US" altLang="ko-KR" sz="1067"/>
              <a:t>junit-3.8.1.jar</a:t>
            </a:r>
            <a:endParaRPr lang="ko-KR" altLang="en-US" sz="1067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F11848-DEF1-FDE2-2A90-2BE204A85212}"/>
              </a:ext>
            </a:extLst>
          </p:cNvPr>
          <p:cNvSpPr txBox="1"/>
          <p:nvPr/>
        </p:nvSpPr>
        <p:spPr>
          <a:xfrm>
            <a:off x="757057" y="4234060"/>
            <a:ext cx="998668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라이브러리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879569-BEAB-E14E-8990-585C52014980}"/>
              </a:ext>
            </a:extLst>
          </p:cNvPr>
          <p:cNvSpPr txBox="1"/>
          <p:nvPr/>
        </p:nvSpPr>
        <p:spPr>
          <a:xfrm>
            <a:off x="1438721" y="4551870"/>
            <a:ext cx="998668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56B999-F623-4E2A-372E-C3BF46CAC3BF}"/>
              </a:ext>
            </a:extLst>
          </p:cNvPr>
          <p:cNvSpPr txBox="1"/>
          <p:nvPr/>
        </p:nvSpPr>
        <p:spPr>
          <a:xfrm>
            <a:off x="2974974" y="3942564"/>
            <a:ext cx="1825172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  ├ 📄</a:t>
            </a:r>
            <a:r>
              <a:rPr lang="en-US" altLang="ko-KR" sz="1067"/>
              <a:t> MANIFEST.MF</a:t>
            </a:r>
            <a:endParaRPr lang="ko-KR" altLang="en-US" sz="1067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EACD2245-4E3E-A999-C5C5-65BA5E837C7E}"/>
              </a:ext>
            </a:extLst>
          </p:cNvPr>
          <p:cNvGraphicFramePr>
            <a:graphicFrameLocks noGrp="1"/>
          </p:cNvGraphicFramePr>
          <p:nvPr/>
        </p:nvGraphicFramePr>
        <p:xfrm>
          <a:off x="3316154" y="4251104"/>
          <a:ext cx="3962901" cy="19432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2901">
                  <a:extLst>
                    <a:ext uri="{9D8B030D-6E8A-4147-A177-3AD203B41FA5}">
                      <a16:colId xmlns:a16="http://schemas.microsoft.com/office/drawing/2014/main" val="1317620532"/>
                    </a:ext>
                  </a:extLst>
                </a:gridCol>
              </a:tblGrid>
              <a:tr h="19432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Specification-Title: "Jiana"</a:t>
                      </a:r>
                      <a:br>
                        <a:rPr lang="en-US" sz="1200" u="none" strike="noStrike">
                          <a:effectLst/>
                        </a:rPr>
                      </a:br>
                      <a:r>
                        <a:rPr lang="en-US" sz="1200" u="none" strike="noStrike">
                          <a:effectLst/>
                        </a:rPr>
                        <a:t>Specification-Version: "1.5"</a:t>
                      </a:r>
                      <a:br>
                        <a:rPr lang="en-US" sz="1200" u="none" strike="noStrike">
                          <a:effectLst/>
                        </a:rPr>
                      </a:br>
                      <a:r>
                        <a:rPr lang="en-US" sz="1200" u="none" strike="noStrike">
                          <a:effectLst/>
                        </a:rPr>
                        <a:t>Specification-Vender: "Diquest, Inc."</a:t>
                      </a:r>
                      <a:br>
                        <a:rPr lang="en-US" sz="1200" u="none" strike="noStrike">
                          <a:effectLst/>
                        </a:rPr>
                      </a:br>
                      <a:r>
                        <a:rPr lang="en-US" sz="1200" u="none" strike="noStrike">
                          <a:effectLst/>
                        </a:rPr>
                        <a:t>Package-Title: "com.diquest.jiana"</a:t>
                      </a:r>
                      <a:br>
                        <a:rPr lang="en-US" sz="1200" u="none" strike="noStrike">
                          <a:effectLst/>
                        </a:rPr>
                      </a:br>
                      <a:r>
                        <a:rPr lang="en-US" sz="1200" u="none" strike="noStrike">
                          <a:effectLst/>
                          <a:highlight>
                            <a:srgbClr val="00FF00"/>
                          </a:highlight>
                        </a:rPr>
                        <a:t>Package-Version: "1.5.14"</a:t>
                      </a:r>
                      <a:br>
                        <a:rPr lang="en-US" sz="1200" u="none" strike="noStrike">
                          <a:effectLst/>
                        </a:rPr>
                      </a:br>
                      <a:r>
                        <a:rPr lang="en-US" sz="1200" u="none" strike="noStrike">
                          <a:effectLst/>
                        </a:rPr>
                        <a:t>Package-Vendor: "Diquest, Inc."</a:t>
                      </a:r>
                      <a:br>
                        <a:rPr lang="en-US" sz="1200" u="none" strike="noStrike">
                          <a:effectLst/>
                        </a:rPr>
                      </a:br>
                      <a:r>
                        <a:rPr lang="en-US" sz="1200" u="none" strike="noStrike">
                          <a:effectLst/>
                        </a:rPr>
                        <a:t>~                              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748227575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A3028767-02F0-47B2-A0F6-F9B2A75338D9}"/>
              </a:ext>
            </a:extLst>
          </p:cNvPr>
          <p:cNvSpPr txBox="1"/>
          <p:nvPr/>
        </p:nvSpPr>
        <p:spPr>
          <a:xfrm>
            <a:off x="4315817" y="3919761"/>
            <a:ext cx="1921664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편집 대상 파일 </a:t>
            </a:r>
            <a:r>
              <a:rPr lang="en-US" altLang="ko-KR" sz="1067">
                <a:highlight>
                  <a:srgbClr val="00FF00"/>
                </a:highlight>
              </a:rPr>
              <a:t>X, </a:t>
            </a:r>
            <a:r>
              <a:rPr lang="ko-KR" altLang="en-US" sz="1067">
                <a:highlight>
                  <a:srgbClr val="00FF00"/>
                </a:highlight>
              </a:rPr>
              <a:t>읽기만</a:t>
            </a:r>
            <a:r>
              <a:rPr lang="en-US" altLang="ko-KR" sz="1067">
                <a:highlight>
                  <a:srgbClr val="00FF00"/>
                </a:highlight>
              </a:rPr>
              <a:t>!!!   </a:t>
            </a:r>
            <a:r>
              <a:rPr lang="ko-KR" altLang="en-US" sz="1067">
                <a:highlight>
                  <a:srgbClr val="00FF00"/>
                </a:highlight>
              </a:rPr>
              <a:t> 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111B324-B800-CBB1-149D-603B845E5DAE}"/>
              </a:ext>
            </a:extLst>
          </p:cNvPr>
          <p:cNvGraphicFramePr>
            <a:graphicFrameLocks noGrp="1"/>
          </p:cNvGraphicFramePr>
          <p:nvPr/>
        </p:nvGraphicFramePr>
        <p:xfrm>
          <a:off x="8699119" y="592397"/>
          <a:ext cx="3264408" cy="6193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845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7280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52444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도메인 사전의 라이브러리 관리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64474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사전의 현재 버전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: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lib/META-INF/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경로에서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MANIFEST.MF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파일 열어서 확인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lang="en-US" altLang="ko-KR" sz="1100" u="none" strike="noStrike">
                          <a:effectLst/>
                          <a:highlight>
                            <a:srgbClr val="00FF00"/>
                          </a:highlight>
                        </a:rPr>
                        <a:t>Package-Version: "1.5.14"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39147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버전 변경 이슈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: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사전의 버전 업그레이드 등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lib/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jar(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자르 파일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교체 후 적용하기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**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작업은 관리도구 상에서 원활치 않을 수 있으므로 기존 방법으로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지식서버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(245)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에서 버전 교체 후 관리도구에 반영가능 하도록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? 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8024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1354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76678-1E52-D7BF-A95E-7C0F569F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33B334C1-3859-87E1-C08F-02345F0D718B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0D23306-120B-0993-5A67-96CE06DCA2DC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6555274D-4FA3-CFC9-D7AF-C3413A526954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12F6A9-5695-8093-8C4A-033392BBE2E8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8D439452-1A15-934A-AF8B-C33512DA21D0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FD45A1F-9FF5-8BAB-2B4C-2D5CBD9974EB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E9F8D69-DA9E-1C48-B525-EDEE9C7148CF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EF2AD04-F5BF-BB6C-61DC-689AD1ABB849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91F00842-E623-21B9-9084-532BE8593641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F969F2BD-3D48-754E-42E7-87E1550E7E4D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36EFF44-B034-C856-5646-88630909BFA5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C91F3568-0F1B-F8D3-38DD-860B44E28DA0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43618B99-CE31-C491-53F2-CE3E91F807FA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8479F5E-15A5-C606-F7A8-5FCF211D2D4C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ABB4BD8B-0EB9-2A43-5119-259E3A0673C1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0E65493-F259-F6CC-45B6-315E2EC94DDE}"/>
              </a:ext>
            </a:extLst>
          </p:cNvPr>
          <p:cNvGrpSpPr/>
          <p:nvPr/>
        </p:nvGrpSpPr>
        <p:grpSpPr>
          <a:xfrm>
            <a:off x="6603506" y="5123120"/>
            <a:ext cx="1117599" cy="339659"/>
            <a:chOff x="3048000" y="4343792"/>
            <a:chExt cx="838199" cy="254744"/>
          </a:xfrm>
        </p:grpSpPr>
        <p:sp>
          <p:nvSpPr>
            <p:cNvPr id="27" name="Button">
              <a:extLst>
                <a:ext uri="{FF2B5EF4-FFF2-40B4-BE49-F238E27FC236}">
                  <a16:creationId xmlns:a16="http://schemas.microsoft.com/office/drawing/2014/main" id="{7AE5EB4E-9D08-741E-2552-8496AE094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닫기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65A7A8A-4C83-A962-0677-04D8E4C4FA44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38A318A6-2DF1-D8DF-1B1F-7C1BD4988B33}"/>
              </a:ext>
            </a:extLst>
          </p:cNvPr>
          <p:cNvGraphicFramePr>
            <a:graphicFrameLocks noGrp="1"/>
          </p:cNvGraphicFramePr>
          <p:nvPr/>
        </p:nvGraphicFramePr>
        <p:xfrm>
          <a:off x="8699119" y="592397"/>
          <a:ext cx="3264408" cy="6141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845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7280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52444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형태소 분석 쉘 스크립트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64474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사전의 형태소 분석 테스트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코튼 분석 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음소 단위 분석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-full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분석 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자소 단위 분석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39147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8024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F6A735-8F43-F285-E0EE-F61506AC1EA5}"/>
              </a:ext>
            </a:extLst>
          </p:cNvPr>
          <p:cNvSpPr txBox="1"/>
          <p:nvPr/>
        </p:nvSpPr>
        <p:spPr>
          <a:xfrm>
            <a:off x="279401" y="2125335"/>
            <a:ext cx="1825172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   📄</a:t>
            </a:r>
            <a:r>
              <a:rPr lang="en-US" altLang="ko-KR" sz="1067"/>
              <a:t> </a:t>
            </a:r>
            <a:r>
              <a:rPr lang="ko-KR" altLang="en-US" sz="1067"/>
              <a:t>형태소 분석 테스트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380F41-50EC-3AC6-ADFE-55E7B3A201C2}"/>
              </a:ext>
            </a:extLst>
          </p:cNvPr>
          <p:cNvSpPr txBox="1"/>
          <p:nvPr/>
        </p:nvSpPr>
        <p:spPr>
          <a:xfrm>
            <a:off x="764869" y="2806171"/>
            <a:ext cx="1721463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67"/>
              <a:t> cotton_test.sh</a:t>
            </a:r>
            <a:endParaRPr lang="ko-KR" altLang="en-US" sz="1067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56BCD7C-EA57-25B9-8876-20B512F70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45" y="2800273"/>
            <a:ext cx="285084" cy="2850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C4DED51-300F-AF5E-C8A7-B10170A3C7E5}"/>
              </a:ext>
            </a:extLst>
          </p:cNvPr>
          <p:cNvSpPr txBox="1"/>
          <p:nvPr/>
        </p:nvSpPr>
        <p:spPr>
          <a:xfrm>
            <a:off x="766733" y="3165966"/>
            <a:ext cx="1721463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67"/>
              <a:t> jiana_test.sh</a:t>
            </a:r>
            <a:endParaRPr lang="ko-KR" altLang="en-US" sz="1067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BB10AFA1-002C-EC75-F98D-4132006F9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09" y="3160067"/>
            <a:ext cx="285084" cy="285084"/>
          </a:xfrm>
          <a:prstGeom prst="rect">
            <a:avLst/>
          </a:prstGeom>
        </p:spPr>
      </p:pic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A00C106B-D3DB-9486-2E32-D333CC48FA53}"/>
              </a:ext>
            </a:extLst>
          </p:cNvPr>
          <p:cNvGraphicFramePr>
            <a:graphicFrameLocks noGrp="1"/>
          </p:cNvGraphicFramePr>
          <p:nvPr/>
        </p:nvGraphicFramePr>
        <p:xfrm>
          <a:off x="3897787" y="2981717"/>
          <a:ext cx="3962901" cy="22184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2901">
                  <a:extLst>
                    <a:ext uri="{9D8B030D-6E8A-4147-A177-3AD203B41FA5}">
                      <a16:colId xmlns:a16="http://schemas.microsoft.com/office/drawing/2014/main" val="1317620532"/>
                    </a:ext>
                  </a:extLst>
                </a:gridCol>
              </a:tblGrid>
              <a:tr h="22184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입력 </a:t>
                      </a:r>
                      <a:r>
                        <a:rPr lang="en-US" altLang="ko-KR" sz="1100" u="none" strike="noStrike" dirty="0">
                          <a:effectLst/>
                        </a:rPr>
                        <a:t>: </a:t>
                      </a:r>
                      <a:r>
                        <a:rPr lang="ko-KR" altLang="en-US" sz="1100" u="none" strike="noStrike" dirty="0">
                          <a:effectLst/>
                        </a:rPr>
                        <a:t>테스트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분석 시간 </a:t>
                      </a:r>
                      <a:r>
                        <a:rPr lang="en-US" altLang="ko-KR" sz="1100" u="none" strike="noStrike" dirty="0">
                          <a:effectLst/>
                        </a:rPr>
                        <a:t>: 0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테스트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테스트 </a:t>
                      </a:r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</a:p>
                    <a:p>
                      <a:pPr algn="l" fontAlgn="ctr">
                        <a:buNone/>
                      </a:pPr>
                      <a:endParaRPr lang="en-US" altLang="ko-KR" sz="11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입력 </a:t>
                      </a:r>
                      <a:r>
                        <a:rPr lang="en-US" altLang="ko-KR" sz="1100" u="none" strike="noStrike" dirty="0">
                          <a:effectLst/>
                        </a:rPr>
                        <a:t>: </a:t>
                      </a:r>
                      <a:r>
                        <a:rPr lang="ko-KR" altLang="en-US" sz="1100" u="none" strike="noStrike" dirty="0">
                          <a:effectLst/>
                        </a:rPr>
                        <a:t>신조어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분석 시간 </a:t>
                      </a:r>
                      <a:r>
                        <a:rPr lang="en-US" altLang="ko-KR" sz="1100" u="none" strike="noStrike" dirty="0">
                          <a:effectLst/>
                        </a:rPr>
                        <a:t>: 0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신조어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신조어 </a:t>
                      </a:r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</a:p>
                    <a:p>
                      <a:pPr algn="l" fontAlgn="ctr">
                        <a:buNone/>
                      </a:pPr>
                      <a:endParaRPr lang="en-US" altLang="ko-KR" sz="11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입력 </a:t>
                      </a:r>
                      <a:r>
                        <a:rPr lang="en-US" altLang="ko-KR" sz="1100" u="none" strike="noStrike" dirty="0">
                          <a:effectLst/>
                        </a:rPr>
                        <a:t>: 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748227575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0BD1A572-3685-A01D-9DE8-86C53717315D}"/>
              </a:ext>
            </a:extLst>
          </p:cNvPr>
          <p:cNvSpPr txBox="1"/>
          <p:nvPr/>
        </p:nvSpPr>
        <p:spPr>
          <a:xfrm>
            <a:off x="1766606" y="2799184"/>
            <a:ext cx="1213991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분석 실행 버튼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E3357B-C694-FD50-F1E5-DBD89337ABCB}"/>
              </a:ext>
            </a:extLst>
          </p:cNvPr>
          <p:cNvSpPr txBox="1"/>
          <p:nvPr/>
        </p:nvSpPr>
        <p:spPr>
          <a:xfrm>
            <a:off x="3775813" y="2703006"/>
            <a:ext cx="1213991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스크립트 창 </a:t>
            </a:r>
          </a:p>
        </p:txBody>
      </p:sp>
    </p:spTree>
    <p:extLst>
      <p:ext uri="{BB962C8B-B14F-4D97-AF65-F5344CB8AC3E}">
        <p14:creationId xmlns:p14="http://schemas.microsoft.com/office/powerpoint/2010/main" val="14653039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06D5B-5837-EEE1-C406-B512BE77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1DF8F1F5-84F8-845B-3A78-316938247836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9B0322F-C687-297C-C7BA-D2AABE4D050F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7A2A1771-7495-C6AB-5EBC-7E4E73599C86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061604-C72E-0DA4-0B66-A409DF9D3004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7BF3A961-B63B-257E-E35E-5094188A0C90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798929D1-F46B-370E-9CC2-7BBD9616D087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35F72FF-98DE-4D9F-7627-17BC8492DCEA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856CE037-147B-31F8-DB34-90A860B3F79C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9D4DC63-4707-77C0-B439-CF7A304BB9D5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D7BACD4-BEFC-DDFC-AFF1-1534EE34930D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6196286C-93F1-E31E-1FE2-989D876D5285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A198B7E-E8A2-B2C8-9DBD-8827DD51A719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769AEF8-BDD9-9B56-0572-F18AA3F23041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70B1CB6-1336-7AE7-A105-324424B744BC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95763113-AC42-A48C-3154-56D9D7F99F0B}"/>
              </a:ext>
            </a:extLst>
          </p:cNvPr>
          <p:cNvSpPr txBox="1"/>
          <p:nvPr/>
        </p:nvSpPr>
        <p:spPr>
          <a:xfrm>
            <a:off x="157230" y="1597880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도메인별 사전관리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사전 바로가기</a:t>
            </a:r>
            <a:r>
              <a:rPr lang="en-US" altLang="ko-K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&gt;HMALL</a:t>
            </a:r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C6C8E27-637B-2207-2AEB-0409F1421AF5}"/>
              </a:ext>
            </a:extLst>
          </p:cNvPr>
          <p:cNvGrpSpPr/>
          <p:nvPr/>
        </p:nvGrpSpPr>
        <p:grpSpPr>
          <a:xfrm>
            <a:off x="6603506" y="5123120"/>
            <a:ext cx="1117599" cy="339659"/>
            <a:chOff x="3048000" y="4343792"/>
            <a:chExt cx="838199" cy="254744"/>
          </a:xfrm>
        </p:grpSpPr>
        <p:sp>
          <p:nvSpPr>
            <p:cNvPr id="27" name="Button">
              <a:extLst>
                <a:ext uri="{FF2B5EF4-FFF2-40B4-BE49-F238E27FC236}">
                  <a16:creationId xmlns:a16="http://schemas.microsoft.com/office/drawing/2014/main" id="{4876670C-93AD-671E-3277-340C1CCF8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171" y="4396823"/>
              <a:ext cx="664028" cy="201713"/>
            </a:xfrm>
            <a:prstGeom prst="roundRect">
              <a:avLst>
                <a:gd name="adj" fmla="val 8776"/>
              </a:avLst>
            </a:prstGeom>
            <a:noFill/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67" b="1">
                  <a:solidFill>
                    <a:schemeClr val="tx1"/>
                  </a:solidFill>
                  <a:latin typeface="+mj-ea"/>
                </a:rPr>
                <a:t>닫기</a:t>
              </a:r>
              <a:endParaRPr lang="ko-KR" altLang="en-US" sz="1067" b="1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0BC37EE-A5D0-058D-E814-70AFA1A382E7}"/>
                </a:ext>
              </a:extLst>
            </p:cNvPr>
            <p:cNvSpPr txBox="1"/>
            <p:nvPr/>
          </p:nvSpPr>
          <p:spPr>
            <a:xfrm>
              <a:off x="3048000" y="4343792"/>
              <a:ext cx="348343" cy="1924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67"/>
                <a:t>🗂</a:t>
              </a:r>
            </a:p>
          </p:txBody>
        </p:sp>
      </p:grp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F33E5BD-7021-D1A4-0DA3-B9F31018D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222090"/>
              </p:ext>
            </p:extLst>
          </p:nvPr>
        </p:nvGraphicFramePr>
        <p:xfrm>
          <a:off x="8699119" y="592397"/>
          <a:ext cx="3264408" cy="6141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845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72804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52444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64474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사전의 형태소 분석 테스트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코튼 분석 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음소 단위 분석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-full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분석 쉘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자소 단위 분석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39147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컴파일 로그창에서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“BUILD SUCCESSFUL”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 뜨면 창에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[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성공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]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이라고 표기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반대의 경우에는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[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실패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]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라고 표기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+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어떤 로그가 잘못되었는지 사용자가 인지 가능하도록 표기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80249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6B2D6E-1573-A3DD-0F98-EEBE5F46E47E}"/>
              </a:ext>
            </a:extLst>
          </p:cNvPr>
          <p:cNvSpPr txBox="1"/>
          <p:nvPr/>
        </p:nvSpPr>
        <p:spPr>
          <a:xfrm>
            <a:off x="279401" y="2125335"/>
            <a:ext cx="1825172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   📄</a:t>
            </a:r>
            <a:r>
              <a:rPr lang="en-US" altLang="ko-KR" sz="1067"/>
              <a:t> </a:t>
            </a:r>
            <a:r>
              <a:rPr lang="ko-KR" altLang="en-US" sz="1067"/>
              <a:t>사전 컴파일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31559E-26AD-5858-A261-EE2048F14315}"/>
              </a:ext>
            </a:extLst>
          </p:cNvPr>
          <p:cNvSpPr txBox="1"/>
          <p:nvPr/>
        </p:nvSpPr>
        <p:spPr>
          <a:xfrm>
            <a:off x="764869" y="2806171"/>
            <a:ext cx="1721463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67"/>
              <a:t> </a:t>
            </a:r>
            <a:r>
              <a:rPr lang="ko-KR" altLang="en-US" sz="1067"/>
              <a:t>사전적용</a:t>
            </a:r>
            <a:r>
              <a:rPr lang="en-US" altLang="ko-KR" sz="1067"/>
              <a:t>(ant dic)</a:t>
            </a:r>
            <a:endParaRPr lang="ko-KR" altLang="en-US" sz="1067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30BB379-BCE9-04E6-A15A-C638BF456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45" y="2800273"/>
            <a:ext cx="285084" cy="285084"/>
          </a:xfrm>
          <a:prstGeom prst="rect">
            <a:avLst/>
          </a:prstGeom>
        </p:spPr>
      </p:pic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CB2CD0E4-060A-DBE2-E77F-FDB9D3624384}"/>
              </a:ext>
            </a:extLst>
          </p:cNvPr>
          <p:cNvGraphicFramePr>
            <a:graphicFrameLocks noGrp="1"/>
          </p:cNvGraphicFramePr>
          <p:nvPr/>
        </p:nvGraphicFramePr>
        <p:xfrm>
          <a:off x="4247211" y="1263059"/>
          <a:ext cx="3962901" cy="5712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2901">
                  <a:extLst>
                    <a:ext uri="{9D8B030D-6E8A-4147-A177-3AD203B41FA5}">
                      <a16:colId xmlns:a16="http://schemas.microsoft.com/office/drawing/2014/main" val="1317620532"/>
                    </a:ext>
                  </a:extLst>
                </a:gridCol>
              </a:tblGrid>
              <a:tr h="55397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Buildfile: /home/know/apps/jiana_admin_server/base_1.5_test/build.xml</a:t>
                      </a:r>
                    </a:p>
                    <a:p>
                      <a:pPr algn="l" fontAlgn="ctr">
                        <a:buNone/>
                      </a:pPr>
                      <a:endParaRPr lang="en-US" altLang="ko-KR" sz="1100" u="none" strike="noStrike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makeTag: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[java] TagDic regist time : 37 ms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[java] TagDic write object file : ./data/tag_1.5.dcd</a:t>
                      </a:r>
                    </a:p>
                    <a:p>
                      <a:pPr algn="l" fontAlgn="ctr">
                        <a:buNone/>
                      </a:pPr>
                      <a:endParaRPr lang="en-US" altLang="ko-KR" sz="1100" u="none" strike="noStrike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makeUDIC: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[java] dic_path : ./txt_resrc/udic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 :</a:t>
                      </a:r>
                    </a:p>
                    <a:p>
                      <a:pPr algn="l" fontAlgn="ctr">
                        <a:buNone/>
                      </a:pPr>
                      <a:endParaRPr lang="en-US" altLang="ko-KR" sz="1100" u="none" strike="noStrike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makeSDIC: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[java] fsdic regist time : 1043 ms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[java] fsdic write object file : ./data/fsdic_1.5.dcd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[java] fsdic write time : 103 ms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[java] dic_path : ./txt_resrc/sdic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 :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makeDCD: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[java] </a:t>
                      </a:r>
                      <a:r>
                        <a:rPr lang="ko-KR" altLang="en-US" sz="1100" u="none" strike="noStrike">
                          <a:effectLst/>
                        </a:rPr>
                        <a:t>접속문법 테이블 파일이 생성되었습니다</a:t>
                      </a:r>
                      <a:r>
                        <a:rPr lang="en-US" altLang="ko-KR" sz="1100" u="none" strike="noStrike">
                          <a:effectLst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: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makeCnDic: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[java] regist cnList success!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[mkdir] Created dir: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/home/know/apps/jiana_admin_server/base_1.5_test/data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[copy] Copying 1 file to /home/know/apps/jiana_admin_server/base_1.5_test/data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     [copy] Copying 1 file to /home/know/apps/jiana_admin_server/base_1.5_test/data</a:t>
                      </a:r>
                    </a:p>
                    <a:p>
                      <a:pPr algn="l" fontAlgn="ctr">
                        <a:buNone/>
                      </a:pPr>
                      <a:endParaRPr lang="en-US" altLang="ko-KR" sz="1100" u="none" strike="noStrike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dic:</a:t>
                      </a:r>
                    </a:p>
                    <a:p>
                      <a:pPr algn="l" fontAlgn="ctr">
                        <a:buNone/>
                      </a:pPr>
                      <a:endParaRPr lang="en-US" altLang="ko-KR" sz="1100" u="none" strike="noStrike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highlight>
                            <a:srgbClr val="FF0000"/>
                          </a:highlight>
                        </a:rPr>
                        <a:t>BUILD SUCCESSFUL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Total time: 14 seconds</a:t>
                      </a:r>
                      <a:br>
                        <a:rPr lang="en-US" sz="1100" u="none" strike="noStrike">
                          <a:effectLst/>
                        </a:rPr>
                      </a:b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748227575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5806F94F-31E9-1405-6327-A6E17DCADE87}"/>
              </a:ext>
            </a:extLst>
          </p:cNvPr>
          <p:cNvSpPr txBox="1"/>
          <p:nvPr/>
        </p:nvSpPr>
        <p:spPr>
          <a:xfrm>
            <a:off x="1897281" y="2790905"/>
            <a:ext cx="1213991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실행 버튼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9C00FE-B855-11BC-274E-F9734E2DD7E5}"/>
              </a:ext>
            </a:extLst>
          </p:cNvPr>
          <p:cNvSpPr txBox="1"/>
          <p:nvPr/>
        </p:nvSpPr>
        <p:spPr>
          <a:xfrm>
            <a:off x="3225801" y="2792197"/>
            <a:ext cx="1213991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컴파일 로그 창 </a:t>
            </a:r>
          </a:p>
        </p:txBody>
      </p:sp>
    </p:spTree>
    <p:extLst>
      <p:ext uri="{BB962C8B-B14F-4D97-AF65-F5344CB8AC3E}">
        <p14:creationId xmlns:p14="http://schemas.microsoft.com/office/powerpoint/2010/main" val="21148820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1B7F6-A883-DA76-12AF-45523214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08E1DE2E-9496-47B5-9ADE-E6AD6190BAD3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      지식백업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AC19AE-2BF7-8284-47AA-5D06E81C7C4F}"/>
              </a:ext>
            </a:extLst>
          </p:cNvPr>
          <p:cNvCxnSpPr>
            <a:cxnSpLocks/>
          </p:cNvCxnSpPr>
          <p:nvPr/>
        </p:nvCxnSpPr>
        <p:spPr>
          <a:xfrm>
            <a:off x="1650808" y="1456785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0703A43A-D121-366B-9F99-E7188E5BADED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28920F-EF5F-2C76-2C5B-E759A951BFA0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420381AF-762D-5811-7057-7F3E7DEE5615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83E626B-DBE4-D852-7EC4-2561D51E73AC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6015182-3181-9F0C-71EC-19D44ABCE2D1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CED343E1-411B-188B-D9C5-05A75B0FC97E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7CB2E2FD-CB6D-86F3-A9BC-36B1FC59DF04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D37E9BED-8337-F822-47EF-E7F596A280EA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BF9338D-9927-0F5B-B702-9760B905FD1D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10BA6AA-9D21-2B28-EAC2-3AAA8AC87E7B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42FA29ED-6317-2BD3-7C0C-2E30FEDB1FAF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0E305B00-46E3-D28A-34F2-7DECF85240B1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9EB53589-3414-2AE7-EC89-ACC8FF0CADCB}"/>
              </a:ext>
            </a:extLst>
          </p:cNvPr>
          <p:cNvGraphicFramePr>
            <a:graphicFrameLocks noGrp="1"/>
          </p:cNvGraphicFramePr>
          <p:nvPr/>
        </p:nvGraphicFramePr>
        <p:xfrm>
          <a:off x="8597901" y="589280"/>
          <a:ext cx="3441700" cy="5824034"/>
        </p:xfrm>
        <a:graphic>
          <a:graphicData uri="http://schemas.openxmlformats.org/drawingml/2006/table">
            <a:tbl>
              <a:tblPr firstRow="1" bandRow="1"/>
              <a:tblGrid>
                <a:gridCol w="53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463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63753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161745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지식구축 완료 사전 관리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761167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Working_dic 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지식작업 진행 중인 도메인 사전 백업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old_dic 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사업 종료 도메인 사전 백업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5391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공통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사전작업 시점별 히스토리 추적 가능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사업 종료 도메인의 경우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과거 특정 시점의 사전 제공 요청하는 경우도 있음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</a:br>
                      <a:b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</a:b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 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927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87" name="TextBox 27">
            <a:extLst>
              <a:ext uri="{FF2B5EF4-FFF2-40B4-BE49-F238E27FC236}">
                <a16:creationId xmlns:a16="http://schemas.microsoft.com/office/drawing/2014/main" id="{FAE45636-03B4-CD53-EB1A-8CC16F900A70}"/>
              </a:ext>
            </a:extLst>
          </p:cNvPr>
          <p:cNvSpPr txBox="1"/>
          <p:nvPr/>
        </p:nvSpPr>
        <p:spPr>
          <a:xfrm>
            <a:off x="157230" y="1455206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지식백업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B449C45-8AA3-C5AC-58EE-2BA3B3BEFEE1}"/>
              </a:ext>
            </a:extLst>
          </p:cNvPr>
          <p:cNvSpPr/>
          <p:nvPr/>
        </p:nvSpPr>
        <p:spPr>
          <a:xfrm>
            <a:off x="119843" y="2348297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6307E4AC-6981-0325-440E-EDCE50CC98E6}"/>
              </a:ext>
            </a:extLst>
          </p:cNvPr>
          <p:cNvSpPr/>
          <p:nvPr/>
        </p:nvSpPr>
        <p:spPr>
          <a:xfrm>
            <a:off x="228473" y="2517284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D4F438-C770-1E6B-2EC1-5407097D1294}"/>
              </a:ext>
            </a:extLst>
          </p:cNvPr>
          <p:cNvSpPr txBox="1"/>
          <p:nvPr/>
        </p:nvSpPr>
        <p:spPr>
          <a:xfrm>
            <a:off x="259314" y="1756359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working_dic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</a:t>
            </a:r>
            <a:r>
              <a:rPr lang="en-US" altLang="ko-KR" sz="1067">
                <a:solidFill>
                  <a:srgbClr val="FF0000"/>
                </a:solidFill>
              </a:rPr>
              <a:t>HMALL</a:t>
            </a:r>
            <a:endParaRPr lang="ko-KR" altLang="en-US" sz="1067">
              <a:solidFill>
                <a:srgbClr val="FF0000"/>
              </a:solidFill>
            </a:endParaRPr>
          </a:p>
          <a:p>
            <a:r>
              <a:rPr lang="ko-KR" altLang="en-US" sz="1067"/>
              <a:t>    ├ 📁</a:t>
            </a:r>
            <a:r>
              <a:rPr lang="en-US" altLang="ko-KR" sz="1067"/>
              <a:t> </a:t>
            </a:r>
            <a:r>
              <a:rPr lang="ko-KR" altLang="en-US" sz="1067"/>
              <a:t>더현대닷컴</a:t>
            </a:r>
          </a:p>
          <a:p>
            <a:r>
              <a:rPr lang="ko-KR" altLang="en-US" sz="1067"/>
              <a:t>    ├ 📁 갤러리아</a:t>
            </a:r>
          </a:p>
          <a:p>
            <a:r>
              <a:rPr lang="ko-KR" altLang="en-US" sz="1067"/>
              <a:t>    ├ 📁 우체국쇼핑</a:t>
            </a:r>
          </a:p>
          <a:p>
            <a:r>
              <a:rPr lang="ko-KR" altLang="en-US" sz="1067"/>
              <a:t>    ├ 📁 유비케어</a:t>
            </a:r>
          </a:p>
          <a:p>
            <a:r>
              <a:rPr lang="ko-KR" altLang="en-US" sz="1067"/>
              <a:t>     └  📁 교보문고</a:t>
            </a:r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64E05C-6813-7BA2-6F9B-5AF43FCA5286}"/>
              </a:ext>
            </a:extLst>
          </p:cNvPr>
          <p:cNvSpPr txBox="1"/>
          <p:nvPr/>
        </p:nvSpPr>
        <p:spPr>
          <a:xfrm>
            <a:off x="1298319" y="2064135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EBB5F-3205-9266-89DA-9EA9644DBA2A}"/>
              </a:ext>
            </a:extLst>
          </p:cNvPr>
          <p:cNvSpPr txBox="1"/>
          <p:nvPr/>
        </p:nvSpPr>
        <p:spPr>
          <a:xfrm>
            <a:off x="1762114" y="2179311"/>
            <a:ext cx="2139973" cy="124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📁 </a:t>
            </a:r>
            <a:r>
              <a:rPr lang="en-US" altLang="ko-KR" sz="1067"/>
              <a:t>HMALL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</a:t>
            </a:r>
            <a:r>
              <a:rPr lang="en-US" altLang="ko-KR" sz="1067">
                <a:solidFill>
                  <a:srgbClr val="FF0000"/>
                </a:solidFill>
              </a:rPr>
              <a:t>HMALL20251226</a:t>
            </a:r>
            <a:endParaRPr lang="ko-KR" altLang="en-US" sz="1067">
              <a:solidFill>
                <a:srgbClr val="FF0000"/>
              </a:solidFill>
            </a:endParaRPr>
          </a:p>
          <a:p>
            <a:r>
              <a:rPr lang="ko-KR" altLang="en-US" sz="1067"/>
              <a:t>    ├ 📁</a:t>
            </a:r>
            <a:r>
              <a:rPr lang="en-US" altLang="ko-KR" sz="1067"/>
              <a:t> HMALL20251130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HMALL20251025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: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:</a:t>
            </a:r>
            <a:endParaRPr lang="ko-KR" altLang="en-US" sz="1067"/>
          </a:p>
          <a:p>
            <a:r>
              <a:rPr lang="ko-KR" altLang="en-US" sz="1067"/>
              <a:t>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3ED6E1-BCBA-9EAF-7F68-1247D740FF7F}"/>
              </a:ext>
            </a:extLst>
          </p:cNvPr>
          <p:cNvSpPr txBox="1"/>
          <p:nvPr/>
        </p:nvSpPr>
        <p:spPr>
          <a:xfrm>
            <a:off x="3278033" y="2313503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DAB838-0DE1-95A9-93DC-4DEA80B52E6C}"/>
              </a:ext>
            </a:extLst>
          </p:cNvPr>
          <p:cNvSpPr txBox="1"/>
          <p:nvPr/>
        </p:nvSpPr>
        <p:spPr>
          <a:xfrm>
            <a:off x="3765543" y="2198044"/>
            <a:ext cx="1721463" cy="2227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📁 </a:t>
            </a:r>
            <a:r>
              <a:rPr lang="en-US" altLang="ko-KR" sz="1067"/>
              <a:t>HMALL20251226</a:t>
            </a:r>
          </a:p>
          <a:p>
            <a:r>
              <a:rPr lang="en-US" altLang="ko-KR" sz="1067"/>
              <a:t>        </a:t>
            </a:r>
            <a:r>
              <a:rPr lang="ko-KR" altLang="en-US" sz="1067"/>
              <a:t>📁 </a:t>
            </a:r>
            <a:r>
              <a:rPr lang="en-US" altLang="ko-KR" sz="1067"/>
              <a:t>txt_resrc</a:t>
            </a:r>
          </a:p>
          <a:p>
            <a:r>
              <a:rPr lang="en-US" altLang="ko-KR" sz="1067"/>
              <a:t>     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 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 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 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 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     └  📁 </a:t>
            </a:r>
            <a:r>
              <a:rPr lang="en-US" altLang="ko-KR" sz="1067"/>
              <a:t>category</a:t>
            </a:r>
          </a:p>
          <a:p>
            <a:endParaRPr lang="en-US" altLang="ko-KR" sz="1067"/>
          </a:p>
          <a:p>
            <a:endParaRPr lang="en-US" altLang="ko-KR" sz="1067"/>
          </a:p>
          <a:p>
            <a:endParaRPr lang="ko-KR" altLang="en-US" sz="1067"/>
          </a:p>
          <a:p>
            <a:endParaRPr lang="en-US" altLang="ko-KR" sz="1067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C860B0-285A-7101-DD2C-B5695F1A46BF}"/>
              </a:ext>
            </a:extLst>
          </p:cNvPr>
          <p:cNvSpPr txBox="1"/>
          <p:nvPr/>
        </p:nvSpPr>
        <p:spPr>
          <a:xfrm>
            <a:off x="3817253" y="3705535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📁 </a:t>
            </a:r>
            <a:r>
              <a:rPr lang="en-US" altLang="ko-KR" sz="1067"/>
              <a:t>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5EA9F-1C75-8E8B-3EC9-1126660CAA90}"/>
              </a:ext>
            </a:extLst>
          </p:cNvPr>
          <p:cNvSpPr txBox="1"/>
          <p:nvPr/>
        </p:nvSpPr>
        <p:spPr>
          <a:xfrm>
            <a:off x="3827175" y="3927941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📁 </a:t>
            </a:r>
            <a:r>
              <a:rPr lang="en-US" altLang="ko-KR" sz="1067"/>
              <a:t>lib</a:t>
            </a: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9A90A73-BE11-81B3-C48B-AC651602185E}"/>
              </a:ext>
            </a:extLst>
          </p:cNvPr>
          <p:cNvSpPr/>
          <p:nvPr/>
        </p:nvSpPr>
        <p:spPr>
          <a:xfrm>
            <a:off x="138669" y="460659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C9788ACC-A0BE-7016-060E-A1521799CD6E}"/>
              </a:ext>
            </a:extLst>
          </p:cNvPr>
          <p:cNvSpPr/>
          <p:nvPr/>
        </p:nvSpPr>
        <p:spPr>
          <a:xfrm>
            <a:off x="247300" y="4775577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206C87-6495-734F-D84B-C193E9C411D1}"/>
              </a:ext>
            </a:extLst>
          </p:cNvPr>
          <p:cNvSpPr txBox="1"/>
          <p:nvPr/>
        </p:nvSpPr>
        <p:spPr>
          <a:xfrm>
            <a:off x="278141" y="4351880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old_dic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</a:t>
            </a:r>
            <a:r>
              <a:rPr lang="en-US" altLang="ko-KR" sz="1067">
                <a:solidFill>
                  <a:srgbClr val="FF0000"/>
                </a:solidFill>
              </a:rPr>
              <a:t>CJMALL</a:t>
            </a:r>
            <a:endParaRPr lang="ko-KR" altLang="en-US" sz="1067">
              <a:solidFill>
                <a:srgbClr val="FF0000"/>
              </a:solidFill>
            </a:endParaRPr>
          </a:p>
          <a:p>
            <a:r>
              <a:rPr lang="ko-KR" altLang="en-US" sz="1067"/>
              <a:t>    ├ 📁</a:t>
            </a:r>
            <a:r>
              <a:rPr lang="en-US" altLang="ko-KR" sz="1067"/>
              <a:t> MUSTIT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KTMALL</a:t>
            </a:r>
            <a:endParaRPr lang="ko-KR" altLang="en-US" sz="1067"/>
          </a:p>
          <a:p>
            <a:r>
              <a:rPr lang="ko-KR" altLang="en-US" sz="1067"/>
              <a:t>    ├ 📁 하나투어</a:t>
            </a:r>
          </a:p>
          <a:p>
            <a:r>
              <a:rPr lang="ko-KR" altLang="en-US" sz="1067"/>
              <a:t>    ├ 📁 </a:t>
            </a:r>
            <a:r>
              <a:rPr lang="en-US" altLang="ko-KR" sz="1067"/>
              <a:t>: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: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19EA36-319E-A830-D425-D3855C3D4B0D}"/>
              </a:ext>
            </a:extLst>
          </p:cNvPr>
          <p:cNvSpPr txBox="1"/>
          <p:nvPr/>
        </p:nvSpPr>
        <p:spPr>
          <a:xfrm>
            <a:off x="1317145" y="4659657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2F3F65-0700-72B6-BD5B-DEAB7C11FED6}"/>
              </a:ext>
            </a:extLst>
          </p:cNvPr>
          <p:cNvSpPr txBox="1"/>
          <p:nvPr/>
        </p:nvSpPr>
        <p:spPr>
          <a:xfrm>
            <a:off x="4136200" y="4775578"/>
            <a:ext cx="2090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>
                <a:highlight>
                  <a:srgbClr val="00FF00"/>
                </a:highlight>
              </a:rPr>
              <a:t>(</a:t>
            </a:r>
            <a:r>
              <a:rPr lang="ko-KR" altLang="en-US" sz="2400">
                <a:highlight>
                  <a:srgbClr val="00FF00"/>
                </a:highlight>
              </a:rPr>
              <a:t>상동</a:t>
            </a:r>
            <a:r>
              <a:rPr lang="en-US" altLang="ko-KR" sz="2400">
                <a:highlight>
                  <a:srgbClr val="00FF00"/>
                </a:highlight>
              </a:rPr>
              <a:t>)</a:t>
            </a:r>
            <a:endParaRPr lang="ko-KR" altLang="en-US" sz="240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423497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77F0E-8690-5BE9-1D71-1378CB20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>
            <a:extLst>
              <a:ext uri="{FF2B5EF4-FFF2-40B4-BE49-F238E27FC236}">
                <a16:creationId xmlns:a16="http://schemas.microsoft.com/office/drawing/2014/main" id="{92523C91-87E9-6321-E2A8-733324E9CA7F}"/>
              </a:ext>
            </a:extLst>
          </p:cNvPr>
          <p:cNvSpPr txBox="1"/>
          <p:nvPr/>
        </p:nvSpPr>
        <p:spPr>
          <a:xfrm>
            <a:off x="1612271" y="1184003"/>
            <a:ext cx="1651856" cy="2358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33">
                <a:solidFill>
                  <a:schemeClr val="tx1">
                    <a:lumMod val="85000"/>
                    <a:lumOff val="15000"/>
                  </a:schemeClr>
                </a:solidFill>
                <a:latin typeface="한컴 윤체 L" panose="02020603020101020101" pitchFamily="18" charset="-127"/>
                <a:ea typeface="한컴 윤체 L" panose="02020603020101020101" pitchFamily="18" charset="-127"/>
              </a:rPr>
              <a:t>         지식백업 </a:t>
            </a:r>
            <a:endParaRPr lang="ko-KR" altLang="en-US" sz="933" dirty="0">
              <a:solidFill>
                <a:schemeClr val="tx1">
                  <a:lumMod val="85000"/>
                  <a:lumOff val="15000"/>
                </a:schemeClr>
              </a:solidFill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1C08B20-471E-EEDB-78EE-1E7F9EBFBDD9}"/>
              </a:ext>
            </a:extLst>
          </p:cNvPr>
          <p:cNvCxnSpPr>
            <a:cxnSpLocks/>
          </p:cNvCxnSpPr>
          <p:nvPr/>
        </p:nvCxnSpPr>
        <p:spPr>
          <a:xfrm>
            <a:off x="1650808" y="1461440"/>
            <a:ext cx="157499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C4C5BA9B-1CED-4720-FC80-4A88CF684602}"/>
              </a:ext>
            </a:extLst>
          </p:cNvPr>
          <p:cNvSpPr/>
          <p:nvPr/>
        </p:nvSpPr>
        <p:spPr>
          <a:xfrm>
            <a:off x="304801" y="127000"/>
            <a:ext cx="594588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ko-KR" alt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기반사전관리</a:t>
            </a:r>
            <a:r>
              <a:rPr lang="en-US" sz="1400" b="1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구조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146711-1A26-8846-35CC-C70FBD46B5DD}"/>
              </a:ext>
            </a:extLst>
          </p:cNvPr>
          <p:cNvSpPr/>
          <p:nvPr/>
        </p:nvSpPr>
        <p:spPr>
          <a:xfrm>
            <a:off x="254000" y="550822"/>
            <a:ext cx="7924800" cy="622479"/>
          </a:xfrm>
          <a:prstGeom prst="roundRect">
            <a:avLst>
              <a:gd name="adj" fmla="val 6100"/>
            </a:avLst>
          </a:prstGeom>
          <a:solidFill>
            <a:srgbClr val="2E5090"/>
          </a:solidFill>
          <a:ln w="19050">
            <a:solidFill>
              <a:srgbClr val="2E5090"/>
            </a:solidFill>
          </a:ln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8154865-3B21-FECB-83C5-A0AE81420EB0}"/>
              </a:ext>
            </a:extLst>
          </p:cNvPr>
          <p:cNvSpPr/>
          <p:nvPr/>
        </p:nvSpPr>
        <p:spPr>
          <a:xfrm>
            <a:off x="660400" y="589280"/>
            <a:ext cx="9398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12F9B42-8E73-7607-5970-97AAEACE3F05}"/>
              </a:ext>
            </a:extLst>
          </p:cNvPr>
          <p:cNvSpPr/>
          <p:nvPr/>
        </p:nvSpPr>
        <p:spPr>
          <a:xfrm>
            <a:off x="965201" y="741680"/>
            <a:ext cx="3368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E4527C91-8F1A-73AC-BE7E-89A4B4F7B9B9}"/>
              </a:ext>
            </a:extLst>
          </p:cNvPr>
          <p:cNvSpPr/>
          <p:nvPr/>
        </p:nvSpPr>
        <p:spPr>
          <a:xfrm>
            <a:off x="16256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43588F7B-3232-F375-F526-F9FAE84D07ED}"/>
              </a:ext>
            </a:extLst>
          </p:cNvPr>
          <p:cNvSpPr/>
          <p:nvPr/>
        </p:nvSpPr>
        <p:spPr>
          <a:xfrm>
            <a:off x="1930401" y="741680"/>
            <a:ext cx="90170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사전관리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48599B3-8457-2B6D-D50E-C2941A1DC4C7}"/>
              </a:ext>
            </a:extLst>
          </p:cNvPr>
          <p:cNvSpPr/>
          <p:nvPr/>
        </p:nvSpPr>
        <p:spPr>
          <a:xfrm>
            <a:off x="3251200" y="589280"/>
            <a:ext cx="16002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78B639C4-763A-DEE1-596C-AAAFE9451DE1}"/>
              </a:ext>
            </a:extLst>
          </p:cNvPr>
          <p:cNvSpPr/>
          <p:nvPr/>
        </p:nvSpPr>
        <p:spPr>
          <a:xfrm>
            <a:off x="3556001" y="741680"/>
            <a:ext cx="101041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카테고리관리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CD3F7F3-AD82-1174-04E2-AAE757DFC466}"/>
              </a:ext>
            </a:extLst>
          </p:cNvPr>
          <p:cNvSpPr/>
          <p:nvPr/>
        </p:nvSpPr>
        <p:spPr>
          <a:xfrm>
            <a:off x="4876801" y="589280"/>
            <a:ext cx="14351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AB350300-2C35-A785-8398-5812E8E566FC}"/>
              </a:ext>
            </a:extLst>
          </p:cNvPr>
          <p:cNvSpPr/>
          <p:nvPr/>
        </p:nvSpPr>
        <p:spPr>
          <a:xfrm>
            <a:off x="5181600" y="741680"/>
            <a:ext cx="8420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도메인관리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665A817-B340-AC5D-E9E2-6F6852FFBCEC}"/>
              </a:ext>
            </a:extLst>
          </p:cNvPr>
          <p:cNvSpPr/>
          <p:nvPr/>
        </p:nvSpPr>
        <p:spPr>
          <a:xfrm>
            <a:off x="6337300" y="589280"/>
            <a:ext cx="1270000" cy="535781"/>
          </a:xfrm>
          <a:prstGeom prst="roundRect">
            <a:avLst>
              <a:gd name="adj" fmla="val 9481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943A1F1-B9EA-6576-ED80-1406A4255B7D}"/>
              </a:ext>
            </a:extLst>
          </p:cNvPr>
          <p:cNvSpPr/>
          <p:nvPr/>
        </p:nvSpPr>
        <p:spPr>
          <a:xfrm>
            <a:off x="6642100" y="741680"/>
            <a:ext cx="6736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계정관리</a:t>
            </a:r>
            <a:endParaRPr lang="en-US" sz="1200" dirty="0"/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3DE59CFB-6D25-CFC1-BB30-24A3C2AC2CAB}"/>
              </a:ext>
            </a:extLst>
          </p:cNvPr>
          <p:cNvGraphicFramePr>
            <a:graphicFrameLocks noGrp="1"/>
          </p:cNvGraphicFramePr>
          <p:nvPr/>
        </p:nvGraphicFramePr>
        <p:xfrm>
          <a:off x="8597901" y="589280"/>
          <a:ext cx="3441700" cy="5818607"/>
        </p:xfrm>
        <a:graphic>
          <a:graphicData uri="http://schemas.openxmlformats.org/drawingml/2006/table">
            <a:tbl>
              <a:tblPr firstRow="1" bandRow="1"/>
              <a:tblGrid>
                <a:gridCol w="53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463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263753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6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161745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57705" marR="57705" marT="50767" marB="5076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HMALL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유사어사전 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-synonym.UTF-8 (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표준 유사어 양식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 *.pair (hmall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전용 동의어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유사어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pair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사전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761167">
                <a:tc>
                  <a:txBody>
                    <a:bodyPr/>
                    <a:lstStyle>
                      <a:lvl1pPr marL="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449263" rtl="0" eaLnBrk="0" latinLnBrk="0" hangingPunct="0">
                        <a:spcBef>
                          <a:spcPct val="20000"/>
                        </a:spcBef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449263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1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-synonym.UTF-8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 사전 구분자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쉼표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-pair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사전 구분자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공백 </a:t>
                      </a: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25391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2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</a:br>
                      <a:b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</a:b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 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523597"/>
                  </a:ext>
                </a:extLst>
              </a:tr>
              <a:tr h="10927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3</a:t>
                      </a:r>
                    </a:p>
                  </a:txBody>
                  <a:tcPr marL="57705" marR="57705" marT="50767" marB="50767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ahoma" pitchFamily="34" charset="0"/>
                      </a:endParaRPr>
                    </a:p>
                  </a:txBody>
                  <a:tcPr marL="63980" marR="63980" marT="48017" marB="48017" anchor="ctr" horzOverflow="overflow">
                    <a:lnL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85000"/>
                          <a:lumOff val="1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49826"/>
                  </a:ext>
                </a:extLst>
              </a:tr>
            </a:tbl>
          </a:graphicData>
        </a:graphic>
      </p:graphicFrame>
      <p:sp>
        <p:nvSpPr>
          <p:cNvPr id="87" name="TextBox 27">
            <a:extLst>
              <a:ext uri="{FF2B5EF4-FFF2-40B4-BE49-F238E27FC236}">
                <a16:creationId xmlns:a16="http://schemas.microsoft.com/office/drawing/2014/main" id="{ADE59675-9A2A-595C-F50B-604B12DD8E92}"/>
              </a:ext>
            </a:extLst>
          </p:cNvPr>
          <p:cNvSpPr txBox="1"/>
          <p:nvPr/>
        </p:nvSpPr>
        <p:spPr>
          <a:xfrm>
            <a:off x="157230" y="1597879"/>
            <a:ext cx="4323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윤체 L" panose="02020603020101020101" pitchFamily="18" charset="-127"/>
                <a:ea typeface="한컴 윤체 L" panose="02020603020101020101" pitchFamily="18" charset="-127"/>
              </a:rPr>
              <a:t>   지식백업 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41F8CC8-DCFD-7B11-223B-A3024E33DA65}"/>
              </a:ext>
            </a:extLst>
          </p:cNvPr>
          <p:cNvSpPr/>
          <p:nvPr/>
        </p:nvSpPr>
        <p:spPr>
          <a:xfrm>
            <a:off x="119843" y="2490971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45DF9748-15BC-D329-CA54-E5F2FD4B211B}"/>
              </a:ext>
            </a:extLst>
          </p:cNvPr>
          <p:cNvSpPr/>
          <p:nvPr/>
        </p:nvSpPr>
        <p:spPr>
          <a:xfrm>
            <a:off x="228473" y="2659957"/>
            <a:ext cx="3200400" cy="1168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597" indent="-101597">
              <a:lnSpc>
                <a:spcPts val="2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BF693D-4B8F-C68C-8381-856A9712FD22}"/>
              </a:ext>
            </a:extLst>
          </p:cNvPr>
          <p:cNvSpPr txBox="1"/>
          <p:nvPr/>
        </p:nvSpPr>
        <p:spPr>
          <a:xfrm>
            <a:off x="3241421" y="2914306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편집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BA2261-0035-D521-A11B-FBC844ABEB0B}"/>
              </a:ext>
            </a:extLst>
          </p:cNvPr>
          <p:cNvSpPr txBox="1"/>
          <p:nvPr/>
        </p:nvSpPr>
        <p:spPr>
          <a:xfrm>
            <a:off x="259314" y="1899032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</a:t>
            </a:r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HMALL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A84D21-A231-1795-F991-7870124FE6BF}"/>
              </a:ext>
            </a:extLst>
          </p:cNvPr>
          <p:cNvSpPr txBox="1"/>
          <p:nvPr/>
        </p:nvSpPr>
        <p:spPr>
          <a:xfrm>
            <a:off x="1312791" y="2866278"/>
            <a:ext cx="113988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FF00"/>
                </a:highlight>
              </a:rPr>
              <a:t>펼치기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A4130-7AD5-A170-1BC3-BB1ED4F168B0}"/>
              </a:ext>
            </a:extLst>
          </p:cNvPr>
          <p:cNvSpPr txBox="1"/>
          <p:nvPr/>
        </p:nvSpPr>
        <p:spPr>
          <a:xfrm>
            <a:off x="1813725" y="2802221"/>
            <a:ext cx="2192968" cy="1406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/>
              <a:t>📁 </a:t>
            </a:r>
            <a:r>
              <a:rPr lang="en-US" altLang="ko-KR" sz="1067"/>
              <a:t>synonym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📄</a:t>
            </a:r>
            <a:r>
              <a:rPr lang="en-US" altLang="ko-KR" sz="1067"/>
              <a:t> synonym.UTF-8</a:t>
            </a:r>
            <a:endParaRPr lang="ko-KR" altLang="en-US" sz="1067"/>
          </a:p>
          <a:p>
            <a:r>
              <a:rPr lang="ko-KR" altLang="en-US" sz="1067"/>
              <a:t>    ├ 📄</a:t>
            </a:r>
            <a:r>
              <a:rPr lang="en-US" altLang="ko-KR" sz="1067"/>
              <a:t> eng_eng.pair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eng_kor.pair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kor_kor.pair</a:t>
            </a:r>
            <a:endParaRPr lang="ko-KR" altLang="en-US" sz="1067"/>
          </a:p>
          <a:p>
            <a:r>
              <a:rPr lang="ko-KR" altLang="en-US" sz="1067"/>
              <a:t>    ├ 📄 </a:t>
            </a:r>
            <a:r>
              <a:rPr lang="en-US" altLang="ko-KR" sz="1067"/>
              <a:t>meaning.pair</a:t>
            </a:r>
            <a:endParaRPr lang="ko-KR" altLang="en-US" sz="1067"/>
          </a:p>
          <a:p>
            <a:r>
              <a:rPr lang="ko-KR" altLang="en-US" sz="1067"/>
              <a:t>     └  📄 </a:t>
            </a:r>
            <a:r>
              <a:rPr lang="en-US" altLang="ko-KR" sz="1067"/>
              <a:t>hypernym_hyponym.pair</a:t>
            </a:r>
            <a:endParaRPr lang="ko-KR" altLang="en-US" sz="106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FE0628-32CF-FE64-ABD3-99158993829B}"/>
              </a:ext>
            </a:extLst>
          </p:cNvPr>
          <p:cNvSpPr txBox="1"/>
          <p:nvPr/>
        </p:nvSpPr>
        <p:spPr>
          <a:xfrm>
            <a:off x="327739" y="4098737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D32D0-6D1B-9BE4-73C3-5BC8B7EA84BF}"/>
              </a:ext>
            </a:extLst>
          </p:cNvPr>
          <p:cNvSpPr txBox="1"/>
          <p:nvPr/>
        </p:nvSpPr>
        <p:spPr>
          <a:xfrm>
            <a:off x="337662" y="5317503"/>
            <a:ext cx="1255076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67">
                <a:highlight>
                  <a:srgbClr val="000000"/>
                </a:highlight>
              </a:rPr>
              <a:t>📁</a:t>
            </a:r>
            <a:r>
              <a:rPr lang="ko-KR" altLang="en-US" sz="1067"/>
              <a:t> </a:t>
            </a:r>
            <a:r>
              <a:rPr lang="en-US" altLang="ko-KR" sz="1067"/>
              <a:t>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CB2F1-6C4B-F359-D88F-13B3BA5437FE}"/>
              </a:ext>
            </a:extLst>
          </p:cNvPr>
          <p:cNvSpPr txBox="1"/>
          <p:nvPr/>
        </p:nvSpPr>
        <p:spPr>
          <a:xfrm>
            <a:off x="4613979" y="3595577"/>
            <a:ext cx="1721463" cy="189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67"/>
          </a:p>
          <a:p>
            <a:r>
              <a:rPr lang="ko-KR" altLang="en-US" sz="1067"/>
              <a:t>  📁 </a:t>
            </a:r>
            <a:r>
              <a:rPr lang="en-US" altLang="ko-KR" sz="1067"/>
              <a:t>HMALL</a:t>
            </a:r>
          </a:p>
          <a:p>
            <a:r>
              <a:rPr lang="en-US" altLang="ko-KR" sz="1067"/>
              <a:t>    </a:t>
            </a:r>
            <a:r>
              <a:rPr lang="ko-KR" altLang="en-US" sz="1067"/>
              <a:t>├ 📁</a:t>
            </a:r>
            <a:r>
              <a:rPr lang="en-US" altLang="ko-KR" sz="1067"/>
              <a:t> sdic</a:t>
            </a:r>
            <a:endParaRPr lang="ko-KR" altLang="en-US" sz="1067"/>
          </a:p>
          <a:p>
            <a:r>
              <a:rPr lang="ko-KR" altLang="en-US" sz="1067"/>
              <a:t>    ├ 📁</a:t>
            </a:r>
            <a:r>
              <a:rPr lang="en-US" altLang="ko-KR" sz="1067"/>
              <a:t> grammar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udic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cndic</a:t>
            </a:r>
            <a:endParaRPr lang="ko-KR" altLang="en-US" sz="1067"/>
          </a:p>
          <a:p>
            <a:r>
              <a:rPr lang="ko-KR" altLang="en-US" sz="1067"/>
              <a:t>    ├ 📁 </a:t>
            </a:r>
            <a:r>
              <a:rPr lang="en-US" altLang="ko-KR" sz="1067"/>
              <a:t>synonym</a:t>
            </a:r>
            <a:endParaRPr lang="ko-KR" altLang="en-US" sz="1067"/>
          </a:p>
          <a:p>
            <a:r>
              <a:rPr lang="ko-KR" altLang="en-US" sz="1067"/>
              <a:t>     └  📁 </a:t>
            </a:r>
            <a:r>
              <a:rPr lang="en-US" altLang="ko-KR" sz="1067"/>
              <a:t>category</a:t>
            </a:r>
            <a:endParaRPr lang="ko-KR" altLang="en-US" sz="1067"/>
          </a:p>
          <a:p>
            <a:endParaRPr lang="ko-KR" altLang="en-US" sz="1067"/>
          </a:p>
          <a:p>
            <a:endParaRPr lang="en-US" altLang="ko-KR" sz="1067"/>
          </a:p>
          <a:p>
            <a:r>
              <a:rPr lang="en-US" altLang="ko-KR" sz="1067"/>
              <a:t>      </a:t>
            </a:r>
            <a:endParaRPr lang="ko-KR" altLang="en-US" sz="1067"/>
          </a:p>
        </p:txBody>
      </p:sp>
    </p:spTree>
    <p:extLst>
      <p:ext uri="{BB962C8B-B14F-4D97-AF65-F5344CB8AC3E}">
        <p14:creationId xmlns:p14="http://schemas.microsoft.com/office/powerpoint/2010/main" val="18232573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EA0BA-A72C-D81A-B0FB-B1F1AF480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7550317-1F38-1F13-9BD4-E172684B9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721287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데이터업로드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239B9BE-346E-BCA4-FAEB-1B7D1A554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965298"/>
              </p:ext>
            </p:extLst>
          </p:nvPr>
        </p:nvGraphicFramePr>
        <p:xfrm>
          <a:off x="9755558" y="0"/>
          <a:ext cx="2436441" cy="1576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가져오기 버튼 클릭 시 로컬에 있는 파일을 가져올 수 있는 팝업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51072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휴지통 아이콘 클릭 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alert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창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4D25779F-66CA-8243-8B09-E4B65144AC4C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99D1BFE-A324-0C79-59A7-A0C805C4651F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9495B1C-7B61-4201-041F-C911D3E71C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7D0537D-F657-A586-E368-96EFF61191A0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9E4E77-ABDA-4A70-7B74-28FDF69D25BF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335A10-89EF-6CD9-A0F2-239F41872111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C81B8F-9E96-2D69-D5B4-9283FFC5EF5D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AAA646-EA57-EDEB-86C3-30C609BE6BAA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F533E-7820-40E6-C140-BBF49185694B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3DAE034-A134-0917-5222-0BAD8954E1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AC1ACC-816A-AB66-8A0B-C3A130D68504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72D810-B451-84E4-0D61-3BB980AB6DD6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CF2EAF3-D77D-30EE-0B28-4AD75E134BDA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76C9F7-69C8-90B3-AF10-8A78579705D2}"/>
              </a:ext>
            </a:extLst>
          </p:cNvPr>
          <p:cNvSpPr txBox="1"/>
          <p:nvPr/>
        </p:nvSpPr>
        <p:spPr>
          <a:xfrm>
            <a:off x="1062047" y="1954668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 업로드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CFC5A527-ECA1-0B50-2948-D876B89D2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230303"/>
              </p:ext>
            </p:extLst>
          </p:nvPr>
        </p:nvGraphicFramePr>
        <p:xfrm>
          <a:off x="2021840" y="3201713"/>
          <a:ext cx="5729976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32494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432494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432494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432494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Hmall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309035-06DA-05E0-530C-6CEE85F984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6954727" y="3437709"/>
            <a:ext cx="213064" cy="263497"/>
          </a:xfrm>
          <a:prstGeom prst="rect">
            <a:avLst/>
          </a:prstGeom>
        </p:spPr>
      </p:pic>
      <p:pic>
        <p:nvPicPr>
          <p:cNvPr id="21" name="그림 20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D69DD8-F95D-14B5-089D-1200539DA9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6954727" y="3774922"/>
            <a:ext cx="213064" cy="263497"/>
          </a:xfrm>
          <a:prstGeom prst="rect">
            <a:avLst/>
          </a:prstGeom>
        </p:spPr>
      </p:pic>
      <p:pic>
        <p:nvPicPr>
          <p:cNvPr id="22" name="그림 21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DA1238-C127-04C0-F17E-D91DF94C34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6954727" y="4110277"/>
            <a:ext cx="213064" cy="263497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11940E79-8B93-EEA5-EE45-F0A248D37438}"/>
              </a:ext>
            </a:extLst>
          </p:cNvPr>
          <p:cNvSpPr/>
          <p:nvPr/>
        </p:nvSpPr>
        <p:spPr>
          <a:xfrm>
            <a:off x="6820312" y="3485139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3B74CEB-A6B1-223F-6A55-E926B4C7CBBD}"/>
              </a:ext>
            </a:extLst>
          </p:cNvPr>
          <p:cNvSpPr/>
          <p:nvPr/>
        </p:nvSpPr>
        <p:spPr>
          <a:xfrm>
            <a:off x="7121227" y="2899152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625B99-347F-D903-6368-E55F3A3C8E4D}"/>
              </a:ext>
            </a:extLst>
          </p:cNvPr>
          <p:cNvSpPr txBox="1"/>
          <p:nvPr/>
        </p:nvSpPr>
        <p:spPr>
          <a:xfrm>
            <a:off x="7230178" y="2911524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가져오기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D570F21-3E01-7161-2090-F42F5E30B15E}"/>
              </a:ext>
            </a:extLst>
          </p:cNvPr>
          <p:cNvSpPr/>
          <p:nvPr/>
        </p:nvSpPr>
        <p:spPr>
          <a:xfrm>
            <a:off x="6960246" y="2943241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9D2BFF-350B-3704-89BF-447E00AB1E41}"/>
              </a:ext>
            </a:extLst>
          </p:cNvPr>
          <p:cNvSpPr txBox="1"/>
          <p:nvPr/>
        </p:nvSpPr>
        <p:spPr>
          <a:xfrm>
            <a:off x="7090838" y="2849167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762746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11E83-0B5F-3068-8B19-2E5F6E9D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5114C09-3539-4950-789F-AD91C9477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405254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데이터업로드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가져오기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FE01CE-79BF-6EAC-4EBF-CE4B9962B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963830"/>
              </p:ext>
            </p:extLst>
          </p:nvPr>
        </p:nvGraphicFramePr>
        <p:xfrm>
          <a:off x="9755558" y="0"/>
          <a:ext cx="2436441" cy="2307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파일 선택 버튼 클릭 시 로컬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pc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에서 파일 불러올 수 있는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팝업창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로컬에서 파일 선택 후 좌측에 선택한 파일명이 출력됨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165021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선택한 파일이 목록에 출력됨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버튼은 불러올 파일을 선택 완료했을 때에만 활성화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비활성화 상태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51072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 버튼은 항상 활성화 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5F2AAD40-7031-03B4-85C7-7C037B8134DE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E6B7330-E74F-D0A7-AD6A-A86DE15AACD4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941CC46-D17B-E959-6604-60F78C8DAA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D0AC0B60-3525-4394-D6B6-6B8182D148B1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CB2D19-5156-24B5-6EBA-5E6C3A28E66F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F30908-2796-3DDE-378B-1416B091056F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E46555-A1F7-CD6E-FCA4-D4CF9D4273AF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290021-422F-F9CE-86EA-9107ADB31319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87A796-8D6E-8360-48E2-C197A26565F0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BAA80C9-FEB5-0A88-AFD8-4067889F9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052F9A2-B60C-1A06-2937-6B697DDE6070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0A3E4B2-BFB5-53C1-E672-4E9F29717D8A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4415312-F516-8474-8FBC-5887C651FA1C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99410-32C9-3D1B-DB96-79BD46B4809F}"/>
              </a:ext>
            </a:extLst>
          </p:cNvPr>
          <p:cNvSpPr txBox="1"/>
          <p:nvPr/>
        </p:nvSpPr>
        <p:spPr>
          <a:xfrm>
            <a:off x="1062047" y="1954668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 업로드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5467013-CB03-34C1-7E2A-4C572AB6A9B4}"/>
              </a:ext>
            </a:extLst>
          </p:cNvPr>
          <p:cNvGraphicFramePr>
            <a:graphicFrameLocks noGrp="1"/>
          </p:cNvGraphicFramePr>
          <p:nvPr/>
        </p:nvGraphicFramePr>
        <p:xfrm>
          <a:off x="2021840" y="3201713"/>
          <a:ext cx="5729976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32494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432494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432494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432494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Hmall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1C71A5-570A-1C22-DDC4-93EB1BBB68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6954727" y="3437709"/>
            <a:ext cx="213064" cy="263497"/>
          </a:xfrm>
          <a:prstGeom prst="rect">
            <a:avLst/>
          </a:prstGeom>
        </p:spPr>
      </p:pic>
      <p:pic>
        <p:nvPicPr>
          <p:cNvPr id="21" name="그림 20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2F0057-A4D4-C59B-F98D-CC4051BD7F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6954727" y="3774922"/>
            <a:ext cx="213064" cy="263497"/>
          </a:xfrm>
          <a:prstGeom prst="rect">
            <a:avLst/>
          </a:prstGeom>
        </p:spPr>
      </p:pic>
      <p:pic>
        <p:nvPicPr>
          <p:cNvPr id="22" name="그림 21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C20FF3-853B-CFBF-0686-FD87A5B567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6954727" y="4110277"/>
            <a:ext cx="213064" cy="263497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8DEC355-5DFF-B33A-3EED-452A5C96813A}"/>
              </a:ext>
            </a:extLst>
          </p:cNvPr>
          <p:cNvSpPr/>
          <p:nvPr/>
        </p:nvSpPr>
        <p:spPr>
          <a:xfrm>
            <a:off x="7121227" y="2899152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6B6DAF-328E-6983-2892-7D883DCDB666}"/>
              </a:ext>
            </a:extLst>
          </p:cNvPr>
          <p:cNvSpPr txBox="1"/>
          <p:nvPr/>
        </p:nvSpPr>
        <p:spPr>
          <a:xfrm>
            <a:off x="7230178" y="2911524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가져오기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9E0791-2A39-1F14-0866-1973D65730A9}"/>
              </a:ext>
            </a:extLst>
          </p:cNvPr>
          <p:cNvSpPr txBox="1"/>
          <p:nvPr/>
        </p:nvSpPr>
        <p:spPr>
          <a:xfrm>
            <a:off x="7090838" y="2849167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C8B664-C934-7DD6-1583-71541026B411}"/>
              </a:ext>
            </a:extLst>
          </p:cNvPr>
          <p:cNvSpPr/>
          <p:nvPr/>
        </p:nvSpPr>
        <p:spPr>
          <a:xfrm>
            <a:off x="570067" y="1689629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E37D71A-B7AC-92BD-0DD9-D205A949143D}"/>
              </a:ext>
            </a:extLst>
          </p:cNvPr>
          <p:cNvGrpSpPr/>
          <p:nvPr/>
        </p:nvGrpSpPr>
        <p:grpSpPr>
          <a:xfrm>
            <a:off x="4165170" y="2651957"/>
            <a:ext cx="712649" cy="235034"/>
            <a:chOff x="2148742" y="2451156"/>
            <a:chExt cx="712649" cy="235034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DA1653C-6B0D-A6F0-CDCA-8D4FAD4B108D}"/>
                </a:ext>
              </a:extLst>
            </p:cNvPr>
            <p:cNvSpPr/>
            <p:nvPr/>
          </p:nvSpPr>
          <p:spPr>
            <a:xfrm>
              <a:off x="2148742" y="2451156"/>
              <a:ext cx="712649" cy="217714"/>
            </a:xfrm>
            <a:prstGeom prst="rect">
              <a:avLst/>
            </a:prstGeom>
            <a:solidFill>
              <a:srgbClr val="EDEDED"/>
            </a:solidFill>
            <a:ln>
              <a:solidFill>
                <a:srgbClr val="EDED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4EC2808-A103-4C9E-6E69-7CBAD467D023}"/>
                </a:ext>
              </a:extLst>
            </p:cNvPr>
            <p:cNvSpPr txBox="1"/>
            <p:nvPr/>
          </p:nvSpPr>
          <p:spPr>
            <a:xfrm>
              <a:off x="2196344" y="2455358"/>
              <a:ext cx="6575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상품데이터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DA08B46-77E7-7A30-5AF0-8B498E152C32}"/>
              </a:ext>
            </a:extLst>
          </p:cNvPr>
          <p:cNvGrpSpPr/>
          <p:nvPr/>
        </p:nvGrpSpPr>
        <p:grpSpPr>
          <a:xfrm>
            <a:off x="3428670" y="2647910"/>
            <a:ext cx="712649" cy="352667"/>
            <a:chOff x="1412242" y="2447109"/>
            <a:chExt cx="712649" cy="35266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6A547F5-12D9-AADA-F416-5744FBD75D65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76BFD7B-FA04-090D-4703-516C60A0A36C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0C0425B-4814-57D1-E5CF-D1EFCB3E0B89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ABA3979-F910-0DB1-1D8A-76E270DBE290}"/>
              </a:ext>
            </a:extLst>
          </p:cNvPr>
          <p:cNvSpPr/>
          <p:nvPr/>
        </p:nvSpPr>
        <p:spPr>
          <a:xfrm>
            <a:off x="3352935" y="2499356"/>
            <a:ext cx="3052658" cy="20465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8341DD-AE9A-111D-BC9C-DDAFD609A8F7}"/>
              </a:ext>
            </a:extLst>
          </p:cNvPr>
          <p:cNvSpPr txBox="1"/>
          <p:nvPr/>
        </p:nvSpPr>
        <p:spPr>
          <a:xfrm>
            <a:off x="3497264" y="2674002"/>
            <a:ext cx="6655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가져오기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047177C-39E8-7D4F-5803-394F91B75BE6}"/>
              </a:ext>
            </a:extLst>
          </p:cNvPr>
          <p:cNvSpPr/>
          <p:nvPr/>
        </p:nvSpPr>
        <p:spPr>
          <a:xfrm>
            <a:off x="4651578" y="4178980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2E899F-15E9-47AC-3D68-C4959B36C7E4}"/>
              </a:ext>
            </a:extLst>
          </p:cNvPr>
          <p:cNvSpPr txBox="1"/>
          <p:nvPr/>
        </p:nvSpPr>
        <p:spPr>
          <a:xfrm>
            <a:off x="4859339" y="4198151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6260FA4-A745-C07B-91CC-C0FA592149B3}"/>
              </a:ext>
            </a:extLst>
          </p:cNvPr>
          <p:cNvSpPr/>
          <p:nvPr/>
        </p:nvSpPr>
        <p:spPr>
          <a:xfrm>
            <a:off x="5489373" y="4176018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914B3F-5F65-993D-B488-03C75BB4B131}"/>
              </a:ext>
            </a:extLst>
          </p:cNvPr>
          <p:cNvSpPr txBox="1"/>
          <p:nvPr/>
        </p:nvSpPr>
        <p:spPr>
          <a:xfrm>
            <a:off x="5699534" y="4193273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30BCBA4-2D50-3281-F73F-BE003C257198}"/>
              </a:ext>
            </a:extLst>
          </p:cNvPr>
          <p:cNvSpPr/>
          <p:nvPr/>
        </p:nvSpPr>
        <p:spPr>
          <a:xfrm>
            <a:off x="5613258" y="4236408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B0964813-3AB1-F390-71F3-0E5C7623B820}"/>
              </a:ext>
            </a:extLst>
          </p:cNvPr>
          <p:cNvSpPr/>
          <p:nvPr/>
        </p:nvSpPr>
        <p:spPr>
          <a:xfrm>
            <a:off x="4763867" y="4236408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07E2D7-4633-6C06-93AE-EA6BB4A20D80}"/>
              </a:ext>
            </a:extLst>
          </p:cNvPr>
          <p:cNvSpPr txBox="1"/>
          <p:nvPr/>
        </p:nvSpPr>
        <p:spPr>
          <a:xfrm>
            <a:off x="3549081" y="3181701"/>
            <a:ext cx="1227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첨부파일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23ED4EC-0F80-B9AF-131B-3AD8E3B37B31}"/>
              </a:ext>
            </a:extLst>
          </p:cNvPr>
          <p:cNvSpPr/>
          <p:nvPr/>
        </p:nvSpPr>
        <p:spPr>
          <a:xfrm>
            <a:off x="3645192" y="3439990"/>
            <a:ext cx="1543256" cy="20721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F377589-A0CE-58F3-013A-F2ABD0F8DAC8}"/>
              </a:ext>
            </a:extLst>
          </p:cNvPr>
          <p:cNvSpPr/>
          <p:nvPr/>
        </p:nvSpPr>
        <p:spPr>
          <a:xfrm>
            <a:off x="5255217" y="3439991"/>
            <a:ext cx="508735" cy="2151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41DD3B-7407-15BA-E6A0-F15229C7843D}"/>
              </a:ext>
            </a:extLst>
          </p:cNvPr>
          <p:cNvSpPr txBox="1"/>
          <p:nvPr/>
        </p:nvSpPr>
        <p:spPr>
          <a:xfrm>
            <a:off x="5234381" y="3447149"/>
            <a:ext cx="580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파일 선택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B59D37D2-8563-E37E-469E-65ECFA2E20FF}"/>
              </a:ext>
            </a:extLst>
          </p:cNvPr>
          <p:cNvSpPr/>
          <p:nvPr/>
        </p:nvSpPr>
        <p:spPr>
          <a:xfrm>
            <a:off x="5150720" y="3471316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1A66C4-E2D7-47C6-5E34-DD4EE4976F83}"/>
              </a:ext>
            </a:extLst>
          </p:cNvPr>
          <p:cNvSpPr txBox="1"/>
          <p:nvPr/>
        </p:nvSpPr>
        <p:spPr>
          <a:xfrm>
            <a:off x="3625257" y="3447149"/>
            <a:ext cx="16706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+mn-ea"/>
              </a:rPr>
              <a:t>popularKeyword.UTF-8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002475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588E8-3B84-0DC5-4405-5FC68FAB9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6BEADDC-F556-BCC7-EBEB-B848FA244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932717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데이터업로드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휴지통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alert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633DC3E-770C-C0FB-0BE1-BE17C4092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484131"/>
              </p:ext>
            </p:extLst>
          </p:nvPr>
        </p:nvGraphicFramePr>
        <p:xfrm>
          <a:off x="9755558" y="0"/>
          <a:ext cx="2436441" cy="1576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a.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확인 버튼 클릭 시 창이 닫히면서 목록에서 파일 삭제됨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  <a:tr h="651072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취소버튼 클릭 시 초기화 되지 않고 창이 닫힘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. 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68317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6464C90F-8F01-3E7E-0990-A359201D339F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5A73EF3-4EA2-5B6F-60D7-F3796C0DB5D6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44F25662-C400-45E9-D75D-986733CD6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7E18B414-C867-73D8-2FA2-758892B77DC2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4AA014-78BB-E44A-3F3D-A7D5CC51902C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93CA92-894D-243A-3E5A-62BF1867C722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D9952D-ED39-9168-A416-E89F65622578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9CD87A-7D01-F992-B006-5F0B44F4E9DC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A383DF-CB7C-3D53-DA8E-D6DA2C0A928E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chemeClr val="bg1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DCC214B-978E-422A-E7E7-18C491F0DA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C1244E-25EE-518B-B59B-D7AA50046D62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E817415-BC34-215F-7BCC-1FCDE7B586FE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4300E8B-9D0C-DB69-F066-37CDE0AD8C75}"/>
              </a:ext>
            </a:extLst>
          </p:cNvPr>
          <p:cNvSpPr/>
          <p:nvPr/>
        </p:nvSpPr>
        <p:spPr>
          <a:xfrm>
            <a:off x="1062047" y="2264407"/>
            <a:ext cx="7559040" cy="3923033"/>
          </a:xfrm>
          <a:prstGeom prst="roundRect">
            <a:avLst>
              <a:gd name="adj" fmla="val 20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797066-096A-BFB7-C107-E86CAE3FAFEB}"/>
              </a:ext>
            </a:extLst>
          </p:cNvPr>
          <p:cNvSpPr txBox="1"/>
          <p:nvPr/>
        </p:nvSpPr>
        <p:spPr>
          <a:xfrm>
            <a:off x="1062047" y="1954668"/>
            <a:ext cx="9525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 업로드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9F7454C-038A-4C50-06B2-414DA4257B9B}"/>
              </a:ext>
            </a:extLst>
          </p:cNvPr>
          <p:cNvGraphicFramePr>
            <a:graphicFrameLocks noGrp="1"/>
          </p:cNvGraphicFramePr>
          <p:nvPr/>
        </p:nvGraphicFramePr>
        <p:xfrm>
          <a:off x="2021840" y="3201713"/>
          <a:ext cx="5729976" cy="11952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32494">
                  <a:extLst>
                    <a:ext uri="{9D8B030D-6E8A-4147-A177-3AD203B41FA5}">
                      <a16:colId xmlns:a16="http://schemas.microsoft.com/office/drawing/2014/main" val="1872204936"/>
                    </a:ext>
                  </a:extLst>
                </a:gridCol>
                <a:gridCol w="1432494">
                  <a:extLst>
                    <a:ext uri="{9D8B030D-6E8A-4147-A177-3AD203B41FA5}">
                      <a16:colId xmlns:a16="http://schemas.microsoft.com/office/drawing/2014/main" val="2024504998"/>
                    </a:ext>
                  </a:extLst>
                </a:gridCol>
                <a:gridCol w="1432494">
                  <a:extLst>
                    <a:ext uri="{9D8B030D-6E8A-4147-A177-3AD203B41FA5}">
                      <a16:colId xmlns:a16="http://schemas.microsoft.com/office/drawing/2014/main" val="1558780974"/>
                    </a:ext>
                  </a:extLst>
                </a:gridCol>
                <a:gridCol w="1432494">
                  <a:extLst>
                    <a:ext uri="{9D8B030D-6E8A-4147-A177-3AD203B41FA5}">
                      <a16:colId xmlns:a16="http://schemas.microsoft.com/office/drawing/2014/main" val="269110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파일명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설명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업로드 날짜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관리</a:t>
                      </a:r>
                    </a:p>
                  </a:txBody>
                  <a:tcPr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601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popularKeyword.UTF-8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Hmall</a:t>
                      </a:r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8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인기검색어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2026-01-15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10202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failureKeyword.UTF-8</a:t>
                      </a:r>
                      <a:endParaRPr lang="ko-KR" altLang="en-US" sz="8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Hmall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06024"/>
                  </a:ext>
                </a:extLst>
              </a:tr>
              <a:tr h="322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failureKeyword.csv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epost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검색실패어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2026-01-17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75821"/>
                  </a:ext>
                </a:extLst>
              </a:tr>
            </a:tbl>
          </a:graphicData>
        </a:graphic>
      </p:graphicFrame>
      <p:pic>
        <p:nvPicPr>
          <p:cNvPr id="20" name="그림 19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BF423A-F49F-8A66-E1D1-B8879B66B8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6954727" y="3437709"/>
            <a:ext cx="213064" cy="263497"/>
          </a:xfrm>
          <a:prstGeom prst="rect">
            <a:avLst/>
          </a:prstGeom>
        </p:spPr>
      </p:pic>
      <p:pic>
        <p:nvPicPr>
          <p:cNvPr id="21" name="그림 20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DF2051-CFBB-17F5-8536-E151368EF7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6954727" y="3774922"/>
            <a:ext cx="213064" cy="263497"/>
          </a:xfrm>
          <a:prstGeom prst="rect">
            <a:avLst/>
          </a:prstGeom>
        </p:spPr>
      </p:pic>
      <p:pic>
        <p:nvPicPr>
          <p:cNvPr id="22" name="그림 21" descr="스크린샷, 소프트웨어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FE04A8-21D4-FB3A-1319-5ED17E786C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55" t="40542" r="51936" b="55900"/>
          <a:stretch>
            <a:fillRect/>
          </a:stretch>
        </p:blipFill>
        <p:spPr>
          <a:xfrm>
            <a:off x="6954727" y="4110277"/>
            <a:ext cx="213064" cy="263497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9DC50F7-9EAB-0AF0-A8A8-F05BD02C4C63}"/>
              </a:ext>
            </a:extLst>
          </p:cNvPr>
          <p:cNvSpPr/>
          <p:nvPr/>
        </p:nvSpPr>
        <p:spPr>
          <a:xfrm>
            <a:off x="7121227" y="2899152"/>
            <a:ext cx="600891" cy="2264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CF8538-2802-7599-6141-1D54326A2DD2}"/>
              </a:ext>
            </a:extLst>
          </p:cNvPr>
          <p:cNvSpPr txBox="1"/>
          <p:nvPr/>
        </p:nvSpPr>
        <p:spPr>
          <a:xfrm>
            <a:off x="7230178" y="2911524"/>
            <a:ext cx="542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가져오기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8AF189-5F22-AB3F-AFEB-0DCDB71E4C72}"/>
              </a:ext>
            </a:extLst>
          </p:cNvPr>
          <p:cNvSpPr txBox="1"/>
          <p:nvPr/>
        </p:nvSpPr>
        <p:spPr>
          <a:xfrm>
            <a:off x="7090838" y="2849167"/>
            <a:ext cx="271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+</a:t>
            </a:r>
            <a:endParaRPr lang="ko-KR" altLang="en-US" sz="14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EA6976-0F2F-0FBA-B878-D8160B4A6206}"/>
              </a:ext>
            </a:extLst>
          </p:cNvPr>
          <p:cNvSpPr/>
          <p:nvPr/>
        </p:nvSpPr>
        <p:spPr>
          <a:xfrm>
            <a:off x="570067" y="1688605"/>
            <a:ext cx="8756816" cy="4548503"/>
          </a:xfrm>
          <a:prstGeom prst="rect">
            <a:avLst/>
          </a:prstGeom>
          <a:solidFill>
            <a:srgbClr val="40404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4727C86-FD48-BF73-B030-7DF0E7821BCC}"/>
              </a:ext>
            </a:extLst>
          </p:cNvPr>
          <p:cNvGrpSpPr/>
          <p:nvPr/>
        </p:nvGrpSpPr>
        <p:grpSpPr>
          <a:xfrm>
            <a:off x="3762751" y="2661078"/>
            <a:ext cx="712649" cy="352667"/>
            <a:chOff x="1412242" y="2447109"/>
            <a:chExt cx="712649" cy="352667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22BE5CD-A78B-E762-665F-2CAA430D119B}"/>
                </a:ext>
              </a:extLst>
            </p:cNvPr>
            <p:cNvSpPr/>
            <p:nvPr/>
          </p:nvSpPr>
          <p:spPr>
            <a:xfrm>
              <a:off x="1412242" y="2447109"/>
              <a:ext cx="712649" cy="217714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8AF5C81-7A70-40AD-7046-D955B0DD1B7D}"/>
                </a:ext>
              </a:extLst>
            </p:cNvPr>
            <p:cNvSpPr txBox="1"/>
            <p:nvPr/>
          </p:nvSpPr>
          <p:spPr>
            <a:xfrm>
              <a:off x="1503389" y="2451311"/>
              <a:ext cx="5629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질의로그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C3BB468-2DD4-F7A1-89FB-D72D953668A3}"/>
                </a:ext>
              </a:extLst>
            </p:cNvPr>
            <p:cNvSpPr/>
            <p:nvPr/>
          </p:nvSpPr>
          <p:spPr>
            <a:xfrm>
              <a:off x="1412242" y="2665018"/>
              <a:ext cx="712649" cy="1347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5D46B33-BCE3-B937-6A6E-F85D098EE617}"/>
              </a:ext>
            </a:extLst>
          </p:cNvPr>
          <p:cNvSpPr/>
          <p:nvPr/>
        </p:nvSpPr>
        <p:spPr>
          <a:xfrm>
            <a:off x="3648891" y="2595154"/>
            <a:ext cx="2268660" cy="1689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85921A-D27A-945F-EA88-92C7ECF62736}"/>
              </a:ext>
            </a:extLst>
          </p:cNvPr>
          <p:cNvSpPr txBox="1"/>
          <p:nvPr/>
        </p:nvSpPr>
        <p:spPr>
          <a:xfrm>
            <a:off x="3831345" y="268717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 삭제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B972A65-1281-C125-5F5E-C19EE6738FC4}"/>
              </a:ext>
            </a:extLst>
          </p:cNvPr>
          <p:cNvSpPr/>
          <p:nvPr/>
        </p:nvSpPr>
        <p:spPr>
          <a:xfrm>
            <a:off x="3951447" y="3881352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FB35AB-F9BA-5B46-CC97-4203824BA59D}"/>
              </a:ext>
            </a:extLst>
          </p:cNvPr>
          <p:cNvSpPr txBox="1"/>
          <p:nvPr/>
        </p:nvSpPr>
        <p:spPr>
          <a:xfrm>
            <a:off x="4159208" y="3900523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취소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70D062C-32E2-69DA-B197-0DA36F2646AB}"/>
              </a:ext>
            </a:extLst>
          </p:cNvPr>
          <p:cNvSpPr/>
          <p:nvPr/>
        </p:nvSpPr>
        <p:spPr>
          <a:xfrm>
            <a:off x="4893750" y="3878390"/>
            <a:ext cx="783265" cy="2375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77CD57-35EA-EF63-BC2F-7E1E1CDEE038}"/>
              </a:ext>
            </a:extLst>
          </p:cNvPr>
          <p:cNvSpPr txBox="1"/>
          <p:nvPr/>
        </p:nvSpPr>
        <p:spPr>
          <a:xfrm>
            <a:off x="5103911" y="3895645"/>
            <a:ext cx="373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F5FB0E7-B58B-A14A-E5C5-741E0A63060C}"/>
              </a:ext>
            </a:extLst>
          </p:cNvPr>
          <p:cNvSpPr/>
          <p:nvPr/>
        </p:nvSpPr>
        <p:spPr>
          <a:xfrm>
            <a:off x="5017635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F584F02-6B72-16CA-CE49-FEB749F38E2E}"/>
              </a:ext>
            </a:extLst>
          </p:cNvPr>
          <p:cNvSpPr/>
          <p:nvPr/>
        </p:nvSpPr>
        <p:spPr>
          <a:xfrm>
            <a:off x="4063736" y="3938780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3E6CD6-A277-E47F-2E61-3005FC7A2792}"/>
              </a:ext>
            </a:extLst>
          </p:cNvPr>
          <p:cNvSpPr txBox="1"/>
          <p:nvPr/>
        </p:nvSpPr>
        <p:spPr>
          <a:xfrm>
            <a:off x="3850260" y="3247080"/>
            <a:ext cx="19148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데이터를 </a:t>
            </a:r>
            <a:r>
              <a:rPr lang="ko-KR" altLang="en-US" sz="900" dirty="0" err="1">
                <a:latin typeface="한컴 윤체 L" panose="02020603020101020101" pitchFamily="18" charset="-127"/>
                <a:ea typeface="한컴 윤체 L" panose="02020603020101020101" pitchFamily="18" charset="-127"/>
              </a:rPr>
              <a:t>삭제하시겠습니까</a:t>
            </a:r>
            <a:r>
              <a:rPr lang="en-US" altLang="ko-KR" sz="900" dirty="0">
                <a:latin typeface="한컴 윤체 L" panose="02020603020101020101" pitchFamily="18" charset="-127"/>
                <a:ea typeface="한컴 윤체 L" panose="02020603020101020101" pitchFamily="18" charset="-127"/>
              </a:rPr>
              <a:t>?</a:t>
            </a:r>
            <a:endParaRPr lang="ko-KR" altLang="en-US" sz="900" dirty="0">
              <a:latin typeface="한컴 윤체 L" panose="02020603020101020101" pitchFamily="18" charset="-127"/>
              <a:ea typeface="한컴 윤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18948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083B9-C5D1-B90F-EC45-6642A97B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2DCB29A-E298-19D4-806E-8CD9455A0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964514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시스템관리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계정관리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1E82D19-C734-32F9-0C24-D157F5A38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54985"/>
              </p:ext>
            </p:extLst>
          </p:nvPr>
        </p:nvGraphicFramePr>
        <p:xfrm>
          <a:off x="9755558" y="0"/>
          <a:ext cx="2436441" cy="925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*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현행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CE4AB705-BE3B-0CB8-65A8-3C7901BA8884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0713757-E77C-6020-0782-7FD884CF280C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B3475E1-8FC5-E894-D847-E2ECE58BE5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704CD601-F296-A14A-802D-17B8992308F1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403D0F-AD4A-99C8-1171-7D580B0B2A23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48914F-9A44-959B-3E6E-38961626A15C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E2C0EB-19DB-FA16-D97E-C09548726D3A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258678-CC98-25D7-31DF-46A9C03E399E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953833-1514-D7A4-C418-7B5859633609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CEFC377-A1B9-E478-89C0-D4E236B5E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01D35-AA25-A41F-A9D7-8CAFFE1E1199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957673F-084C-4FCA-B6AE-2BA104B0E6CC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27" name="그림 26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13F9CD-A4CD-CE02-AD44-2905CA4B06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878" t="20919" r="3597" b="26525"/>
          <a:stretch>
            <a:fillRect/>
          </a:stretch>
        </p:blipFill>
        <p:spPr>
          <a:xfrm>
            <a:off x="692881" y="1788571"/>
            <a:ext cx="8616584" cy="442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80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05913-DD7A-84CC-2D26-1954E651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C7C59DC-FA6E-985A-9907-101D7AA97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337874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시스템관리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도메인관리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F0F27E0-DF45-FEBD-B89D-18DF0A253394}"/>
              </a:ext>
            </a:extLst>
          </p:cNvPr>
          <p:cNvGraphicFramePr>
            <a:graphicFrameLocks noGrp="1"/>
          </p:cNvGraphicFramePr>
          <p:nvPr/>
        </p:nvGraphicFramePr>
        <p:xfrm>
          <a:off x="9755558" y="0"/>
          <a:ext cx="2436441" cy="925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*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현행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B388EB05-8909-309A-EF25-EBA6A85E502D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C0E2CD8-A295-C82B-BFDE-A8DA38D3506D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F71F7DE-ABC8-D254-7169-68F15B02A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FDB97CFF-AD19-71E0-9D4B-82642C0822FB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F434CD-6A7D-2E92-D697-46F69ED9E719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EBDAD6-7234-35CA-A90A-70C6A3D945DC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8D973D-B2B2-7605-D466-ABB7D6B63920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F6C3EA-6B3F-66D2-6E24-D93960523303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0B7287-B5A4-04A9-91CA-19F0410691C8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0F4AD3DB-137D-7D4A-9B71-E0CC6E6BDE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090521-23D7-D9F3-E67E-E91AE8F41BEC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F5AF3F3-11AD-8AB4-2EC6-BF26D014A67B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7" name="그림 16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4D63B-7401-62C5-5240-AD17AEA48E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786" t="21111" r="3928" b="5827"/>
          <a:stretch>
            <a:fillRect/>
          </a:stretch>
        </p:blipFill>
        <p:spPr>
          <a:xfrm>
            <a:off x="791353" y="1915887"/>
            <a:ext cx="8309104" cy="431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653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53F5F-B769-720A-214B-90FF0FB2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F3EA7EF-6F74-733A-25DA-E96710071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538414"/>
              </p:ext>
            </p:extLst>
          </p:nvPr>
        </p:nvGraphicFramePr>
        <p:xfrm>
          <a:off x="0" y="0"/>
          <a:ext cx="9755558" cy="2190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화면명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통계</a:t>
                      </a:r>
                    </a:p>
                  </a:txBody>
                  <a:tcPr marL="48738" marR="4873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160D881-837F-F198-F120-E31CBCA25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109250"/>
              </p:ext>
            </p:extLst>
          </p:nvPr>
        </p:nvGraphicFramePr>
        <p:xfrm>
          <a:off x="9755558" y="0"/>
          <a:ext cx="2436441" cy="1656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889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</a:tblGrid>
              <a:tr h="175826">
                <a:tc gridSpan="2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담당자 별 작업내역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]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삭제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697241"/>
                  </a:ext>
                </a:extLst>
              </a:tr>
              <a:tr h="731233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*</a:t>
                      </a: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이외에는 기존 관리도구 화면과 동일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919896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DE853C93-D4A0-9F37-0E79-08DC1B639FF5}"/>
              </a:ext>
            </a:extLst>
          </p:cNvPr>
          <p:cNvGrpSpPr/>
          <p:nvPr/>
        </p:nvGrpSpPr>
        <p:grpSpPr>
          <a:xfrm>
            <a:off x="570067" y="978150"/>
            <a:ext cx="8756816" cy="5245350"/>
            <a:chOff x="570067" y="978150"/>
            <a:chExt cx="8756816" cy="5245350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9A1287F-5969-130B-EF8C-55EC289975A5}"/>
                </a:ext>
              </a:extLst>
            </p:cNvPr>
            <p:cNvGrpSpPr/>
            <p:nvPr/>
          </p:nvGrpSpPr>
          <p:grpSpPr>
            <a:xfrm>
              <a:off x="570067" y="978150"/>
              <a:ext cx="8756816" cy="5245350"/>
              <a:chOff x="613609" y="1448413"/>
              <a:chExt cx="8756816" cy="5245350"/>
            </a:xfrm>
          </p:grpSpPr>
          <p:pic>
            <p:nvPicPr>
              <p:cNvPr id="4" name="그림 3" descr="스크린샷, 텍스트, 소프트웨어, 멀티미디어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7A5C125-2059-D5FD-247B-8444EF4D66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2428" t="11746" r="3236" b="27659"/>
              <a:stretch>
                <a:fillRect/>
              </a:stretch>
            </p:blipFill>
            <p:spPr>
              <a:xfrm>
                <a:off x="613609" y="1448413"/>
                <a:ext cx="8756816" cy="52453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369C8B1-6C0E-31FA-A635-9BEC58A758A8}"/>
                  </a:ext>
                </a:extLst>
              </p:cNvPr>
              <p:cNvSpPr/>
              <p:nvPr/>
            </p:nvSpPr>
            <p:spPr>
              <a:xfrm>
                <a:off x="746025" y="1889760"/>
                <a:ext cx="3031065" cy="229321"/>
              </a:xfrm>
              <a:prstGeom prst="rect">
                <a:avLst/>
              </a:prstGeom>
              <a:solidFill>
                <a:srgbClr val="1D285F"/>
              </a:solidFill>
              <a:ln>
                <a:solidFill>
                  <a:srgbClr val="1D28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149735-0732-F1D8-3267-437C07B198D8}"/>
                  </a:ext>
                </a:extLst>
              </p:cNvPr>
              <p:cNvSpPr txBox="1"/>
              <p:nvPr/>
            </p:nvSpPr>
            <p:spPr>
              <a:xfrm>
                <a:off x="2065382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데이터전처리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4CFC6F-296A-D2EE-3369-218585BA7ACE}"/>
                  </a:ext>
                </a:extLst>
              </p:cNvPr>
              <p:cNvSpPr txBox="1"/>
              <p:nvPr/>
            </p:nvSpPr>
            <p:spPr>
              <a:xfrm>
                <a:off x="2777274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지식작업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E0A906-1E45-D75C-851C-D5A9610ED7FA}"/>
                  </a:ext>
                </a:extLst>
              </p:cNvPr>
              <p:cNvSpPr txBox="1"/>
              <p:nvPr/>
            </p:nvSpPr>
            <p:spPr>
              <a:xfrm>
                <a:off x="3316400" y="1911709"/>
                <a:ext cx="49244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사전관리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769EB3-24B7-FA93-245D-3558D654A1A1}"/>
                  </a:ext>
                </a:extLst>
              </p:cNvPr>
              <p:cNvSpPr txBox="1"/>
              <p:nvPr/>
            </p:nvSpPr>
            <p:spPr>
              <a:xfrm>
                <a:off x="3842721" y="1911708"/>
                <a:ext cx="56938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시스템관리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620998-5709-8463-C0A2-F01746F3E561}"/>
                  </a:ext>
                </a:extLst>
              </p:cNvPr>
              <p:cNvSpPr txBox="1"/>
              <p:nvPr/>
            </p:nvSpPr>
            <p:spPr>
              <a:xfrm>
                <a:off x="1380047" y="1904392"/>
                <a:ext cx="6463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 err="1">
                    <a:solidFill>
                      <a:srgbClr val="B4B8CA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데이터업로드</a:t>
                </a:r>
                <a:endParaRPr lang="ko-KR" altLang="en-US" sz="700" b="1" dirty="0">
                  <a:solidFill>
                    <a:srgbClr val="B4B8CA"/>
                  </a:solidFill>
                  <a:latin typeface="한컴 윤체 L" panose="02020603020101020101" pitchFamily="18" charset="-127"/>
                  <a:ea typeface="한컴 윤체 L" panose="02020603020101020101" pitchFamily="18" charset="-127"/>
                </a:endParaRPr>
              </a:p>
            </p:txBody>
          </p:sp>
          <p:pic>
            <p:nvPicPr>
              <p:cNvPr id="12" name="그림 11" descr="텍스트, 스크린샷, 소프트웨어, 컴퓨터 아이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4141947F-7255-C612-C662-0C218F3C1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6956" t="65469" r="31662" b="29353"/>
              <a:stretch>
                <a:fillRect/>
              </a:stretch>
            </p:blipFill>
            <p:spPr>
              <a:xfrm>
                <a:off x="888277" y="1502550"/>
                <a:ext cx="217312" cy="247457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05A29E-816B-204B-1BA0-738BCB969D48}"/>
                  </a:ext>
                </a:extLst>
              </p:cNvPr>
              <p:cNvSpPr txBox="1"/>
              <p:nvPr/>
            </p:nvSpPr>
            <p:spPr>
              <a:xfrm>
                <a:off x="1011580" y="1904392"/>
                <a:ext cx="3385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/>
                    </a:solidFill>
                    <a:latin typeface="한컴 윤체 L" panose="02020603020101020101" pitchFamily="18" charset="-127"/>
                    <a:ea typeface="한컴 윤체 L" panose="02020603020101020101" pitchFamily="18" charset="-127"/>
                  </a:rPr>
                  <a:t>통계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410A4B2-AC34-590A-E1BC-2FBB61234ADB}"/>
                </a:ext>
              </a:extLst>
            </p:cNvPr>
            <p:cNvSpPr/>
            <p:nvPr/>
          </p:nvSpPr>
          <p:spPr>
            <a:xfrm>
              <a:off x="702483" y="1724297"/>
              <a:ext cx="8476351" cy="4490494"/>
            </a:xfrm>
            <a:prstGeom prst="rect">
              <a:avLst/>
            </a:prstGeom>
            <a:solidFill>
              <a:srgbClr val="E3E7EA"/>
            </a:solidFill>
            <a:ln>
              <a:solidFill>
                <a:srgbClr val="E3E7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8" name="그림 17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A2F65E-8DB7-D60F-1B4B-FF7C38F4A0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644" t="20858" r="4142" b="4476"/>
          <a:stretch>
            <a:fillRect/>
          </a:stretch>
        </p:blipFill>
        <p:spPr>
          <a:xfrm>
            <a:off x="789567" y="1976113"/>
            <a:ext cx="8302180" cy="4253310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8E66A333-8C8B-50F4-5725-6ED85240D2A9}"/>
              </a:ext>
            </a:extLst>
          </p:cNvPr>
          <p:cNvSpPr/>
          <p:nvPr/>
        </p:nvSpPr>
        <p:spPr>
          <a:xfrm>
            <a:off x="667644" y="5438503"/>
            <a:ext cx="136414" cy="144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1" hangingPunct="1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액자 20">
            <a:extLst>
              <a:ext uri="{FF2B5EF4-FFF2-40B4-BE49-F238E27FC236}">
                <a16:creationId xmlns:a16="http://schemas.microsoft.com/office/drawing/2014/main" id="{E0A65E17-A21C-093F-55B0-BBFE8CF8B238}"/>
              </a:ext>
            </a:extLst>
          </p:cNvPr>
          <p:cNvSpPr/>
          <p:nvPr/>
        </p:nvSpPr>
        <p:spPr>
          <a:xfrm>
            <a:off x="835615" y="5364480"/>
            <a:ext cx="8256132" cy="850311"/>
          </a:xfrm>
          <a:prstGeom prst="frame">
            <a:avLst>
              <a:gd name="adj1" fmla="val 225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16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9551</TotalTime>
  <Words>6075</Words>
  <Application>Microsoft Office PowerPoint</Application>
  <PresentationFormat>와이드스크린</PresentationFormat>
  <Paragraphs>2176</Paragraphs>
  <Slides>50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50</vt:i4>
      </vt:variant>
    </vt:vector>
  </HeadingPairs>
  <TitlesOfParts>
    <vt:vector size="60" baseType="lpstr">
      <vt:lpstr>나눔고딕</vt:lpstr>
      <vt:lpstr>나눔스퀘어_ac</vt:lpstr>
      <vt:lpstr>맑은 고딕</vt:lpstr>
      <vt:lpstr>한컴 윤체 L</vt:lpstr>
      <vt:lpstr>휴먼모음T</vt:lpstr>
      <vt:lpstr>Arial</vt:lpstr>
      <vt:lpstr>Times</vt:lpstr>
      <vt:lpstr>Verdana</vt:lpstr>
      <vt:lpstr>Office 테마</vt:lpstr>
      <vt:lpstr>6_Office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강나은</cp:lastModifiedBy>
  <cp:revision>676</cp:revision>
  <dcterms:created xsi:type="dcterms:W3CDTF">2015-08-20T07:45:32Z</dcterms:created>
  <dcterms:modified xsi:type="dcterms:W3CDTF">2026-01-23T02:27:51Z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Aibm9kZUNvdW50IjogMTcsICJub2RlMSIgOiB7ImRzZCI6IjAxMDAwMDAwMDAwMDE4OTQiLCJsb2dUaW1lIjoiMjAyNC0wNy0xOFQwMDoxMTo0NFoiLCJwSUQiOjEsInRyYWNlSWQiOiJFNTEwNkFEQkM1OEQ0NkExOUI1M0M0MUMwNkQwNDZGRiIsInVzZXJDb2RlIjoiMjExODc4MyJ9LCJub2RlMiIgOiB7ImRzZCI6IjAxMDAwMDAwMDAwMDE4OTQiLCJsb2dUaW1lIjoiMjAyNC0wOC0xMlQwMjoxMDowNloiLCJwSUQiOjEsInRyYWNlSWQiOiI5NkVEMTRFRTA4OUU0MEUxQUQ2RDdBRUJBQzdBNUQxNiIsInVzZXJDb2RlIjoiMjExODc4MyJ9LCJub2RlMyIgOiB7ImRzZCI6IjAxMDAwMDAwMDAwMDE4OTQiLCJsb2dUaW1lIjoiMjAyNC0wOC0yMVQwMToyMDowMVoiLCJwSUQiOjEsInRyYWNlSWQiOiI4RjA2QjYyMjM5MjM0NzJBOEFDQjNEOERDMzRBRTlCRiIsInVzZXJDb2RlIjoiMjExODc4MyJ9LCJub2RlNCIgOiB7ImRzZCI6IjAxMDAwMDAwMDAwMDE4OTQiLCJsb2dUaW1lIjoiMjAyNC0wOC0yMVQwNDo0MTo0NVoiLCJwSUQiOjEsInRyYWNlSWQiOiIzMUY4QzU2MjY1MzA0MDY3ODFBMzA5NjAwNDE1REMyNiIsInVzZXJDb2RlIjoiMjExODc4MyJ9LCJub2RlNSIgOiB7ICJ1c2VyQ29kZSIgOiAiMjExODc4MyIsICJ0cmFjZUlkIiA6ICJGOEVCMzJCNEU1MjRGN0UwMDYyNDg4OEVBMDY3NTE1NCIsICJkc2QiIDogIjAwMDAwMDAwMDAwMDAwMDAiLCAicElEIiA6ICIyMDQ4IiwgImxvZ1RpbWUiIDogIjIwMjQtMDgtMjFUMDU6MTk6MThaIiB9fQ==</vt:lpwstr>
  </property>
</Properties>
</file>